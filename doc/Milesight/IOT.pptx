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60" r:id="rId3"/>
    <p:sldId id="257" r:id="rId4"/>
    <p:sldId id="258" r:id="rId5"/>
    <p:sldId id="259" r:id="rId6"/>
    <p:sldId id="261" r:id="rId7"/>
    <p:sldId id="262" r:id="rId8"/>
    <p:sldId id="263" r:id="rId9"/>
    <p:sldId id="264" r:id="rId10"/>
    <p:sldId id="265" r:id="rId11"/>
    <p:sldId id="266" r:id="rId1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rugaiyan, Jayaprakash" userId="148622a5-97d3-4d75-897b-4e866673e9cf" providerId="ADAL" clId="{0865DD46-FA61-465C-AA97-ED7037B6A7D0}"/>
    <pc:docChg chg="custSel mod addSld delSld modSld sldOrd addMainMaster delMainMaster modMainMaster modNotesMaster">
      <pc:chgData name="Murugaiyan, Jayaprakash" userId="148622a5-97d3-4d75-897b-4e866673e9cf" providerId="ADAL" clId="{0865DD46-FA61-465C-AA97-ED7037B6A7D0}" dt="2026-10-15T18:26:04.443" v="47" actId="22"/>
      <pc:docMkLst>
        <pc:docMk/>
      </pc:docMkLst>
      <pc:sldChg chg="modSp add mod modNotes">
        <pc:chgData name="Murugaiyan, Jayaprakash" userId="148622a5-97d3-4d75-897b-4e866673e9cf" providerId="ADAL" clId="{0865DD46-FA61-465C-AA97-ED7037B6A7D0}" dt="2026-10-15T16:26:26.820" v="5" actId="26606"/>
        <pc:sldMkLst>
          <pc:docMk/>
          <pc:sldMk cId="100001" sldId="256"/>
        </pc:sldMkLst>
        <pc:spChg chg="mod">
          <ac:chgData name="Murugaiyan, Jayaprakash" userId="148622a5-97d3-4d75-897b-4e866673e9cf" providerId="ADAL" clId="{0865DD46-FA61-465C-AA97-ED7037B6A7D0}" dt="2026-10-15T16:26:26.820" v="5" actId="26606"/>
          <ac:spMkLst>
            <pc:docMk/>
            <pc:sldMk cId="100001" sldId="256"/>
            <ac:spMk id="16" creationId="{00000001-0010-4000-8000-000000000000}"/>
          </ac:spMkLst>
        </pc:spChg>
        <pc:spChg chg="mod">
          <ac:chgData name="Murugaiyan, Jayaprakash" userId="148622a5-97d3-4d75-897b-4e866673e9cf" providerId="ADAL" clId="{0865DD46-FA61-465C-AA97-ED7037B6A7D0}" dt="2026-10-15T16:26:26.820" v="5" actId="26606"/>
          <ac:spMkLst>
            <pc:docMk/>
            <pc:sldMk cId="100001" sldId="256"/>
            <ac:spMk id="17" creationId="{00000001-0011-4000-8000-000000000000}"/>
          </ac:spMkLst>
        </pc:spChg>
        <pc:spChg chg="mod">
          <ac:chgData name="Murugaiyan, Jayaprakash" userId="148622a5-97d3-4d75-897b-4e866673e9cf" providerId="ADAL" clId="{0865DD46-FA61-465C-AA97-ED7037B6A7D0}" dt="2026-10-15T16:26:26.820" v="5" actId="26606"/>
          <ac:spMkLst>
            <pc:docMk/>
            <pc:sldMk cId="100001" sldId="256"/>
            <ac:spMk id="27" creationId="{00000001-001B-4000-8000-000000000000}"/>
          </ac:spMkLst>
        </pc:spChg>
      </pc:sldChg>
      <pc:sldChg chg="addSp delSp modSp add mod modNotes">
        <pc:chgData name="Murugaiyan, Jayaprakash" userId="148622a5-97d3-4d75-897b-4e866673e9cf" providerId="ADAL" clId="{0865DD46-FA61-465C-AA97-ED7037B6A7D0}" dt="2026-10-15T16:40:07.848" v="26" actId="20577"/>
        <pc:sldMkLst>
          <pc:docMk/>
          <pc:sldMk cId="200001" sldId="257"/>
        </pc:sldMkLst>
        <pc:spChg chg="mod">
          <ac:chgData name="Murugaiyan, Jayaprakash" userId="148622a5-97d3-4d75-897b-4e866673e9cf" providerId="ADAL" clId="{0865DD46-FA61-465C-AA97-ED7037B6A7D0}" dt="2026-10-15T16:40:07.848" v="26" actId="20577"/>
          <ac:spMkLst>
            <pc:docMk/>
            <pc:sldMk cId="200001" sldId="257"/>
            <ac:spMk id="3" creationId="{00000002-0003-4000-8000-000000000000}"/>
          </ac:spMkLst>
        </pc:spChg>
        <pc:spChg chg="mod">
          <ac:chgData name="Murugaiyan, Jayaprakash" userId="148622a5-97d3-4d75-897b-4e866673e9cf" providerId="ADAL" clId="{0865DD46-FA61-465C-AA97-ED7037B6A7D0}" dt="2026-10-15T16:26:26.820" v="5" actId="26606"/>
          <ac:spMkLst>
            <pc:docMk/>
            <pc:sldMk cId="200001" sldId="257"/>
            <ac:spMk id="20" creationId="{00000002-0014-4000-8000-000000000000}"/>
          </ac:spMkLst>
        </pc:spChg>
        <pc:spChg chg="mod">
          <ac:chgData name="Murugaiyan, Jayaprakash" userId="148622a5-97d3-4d75-897b-4e866673e9cf" providerId="ADAL" clId="{0865DD46-FA61-465C-AA97-ED7037B6A7D0}" dt="2026-10-15T16:26:26.820" v="5" actId="26606"/>
          <ac:spMkLst>
            <pc:docMk/>
            <pc:sldMk cId="200001" sldId="257"/>
            <ac:spMk id="21" creationId="{00000002-0015-4000-8000-000000000000}"/>
          </ac:spMkLst>
        </pc:spChg>
        <pc:spChg chg="mod">
          <ac:chgData name="Murugaiyan, Jayaprakash" userId="148622a5-97d3-4d75-897b-4e866673e9cf" providerId="ADAL" clId="{0865DD46-FA61-465C-AA97-ED7037B6A7D0}" dt="2026-10-15T16:26:26.820" v="5" actId="26606"/>
          <ac:spMkLst>
            <pc:docMk/>
            <pc:sldMk cId="200001" sldId="257"/>
            <ac:spMk id="23" creationId="{00000002-0017-4000-8000-000000000000}"/>
          </ac:spMkLst>
        </pc:spChg>
        <pc:spChg chg="mod">
          <ac:chgData name="Murugaiyan, Jayaprakash" userId="148622a5-97d3-4d75-897b-4e866673e9cf" providerId="ADAL" clId="{0865DD46-FA61-465C-AA97-ED7037B6A7D0}" dt="2026-10-15T16:26:26.820" v="5" actId="26606"/>
          <ac:spMkLst>
            <pc:docMk/>
            <pc:sldMk cId="200001" sldId="257"/>
            <ac:spMk id="24" creationId="{00000002-0018-4000-8000-000000000000}"/>
          </ac:spMkLst>
        </pc:spChg>
        <pc:spChg chg="mod">
          <ac:chgData name="Murugaiyan, Jayaprakash" userId="148622a5-97d3-4d75-897b-4e866673e9cf" providerId="ADAL" clId="{0865DD46-FA61-465C-AA97-ED7037B6A7D0}" dt="2026-10-15T16:26:26.820" v="5" actId="26606"/>
          <ac:spMkLst>
            <pc:docMk/>
            <pc:sldMk cId="200001" sldId="257"/>
            <ac:spMk id="25" creationId="{00000002-0019-4000-8000-000000000000}"/>
          </ac:spMkLst>
        </pc:spChg>
        <pc:spChg chg="mod">
          <ac:chgData name="Murugaiyan, Jayaprakash" userId="148622a5-97d3-4d75-897b-4e866673e9cf" providerId="ADAL" clId="{0865DD46-FA61-465C-AA97-ED7037B6A7D0}" dt="2026-10-15T16:26:26.820" v="5" actId="26606"/>
          <ac:spMkLst>
            <pc:docMk/>
            <pc:sldMk cId="200001" sldId="257"/>
            <ac:spMk id="29" creationId="{00000002-001D-4000-8000-000000000000}"/>
          </ac:spMkLst>
        </pc:spChg>
        <pc:spChg chg="mod">
          <ac:chgData name="Murugaiyan, Jayaprakash" userId="148622a5-97d3-4d75-897b-4e866673e9cf" providerId="ADAL" clId="{0865DD46-FA61-465C-AA97-ED7037B6A7D0}" dt="2026-10-15T16:26:26.820" v="5" actId="26606"/>
          <ac:spMkLst>
            <pc:docMk/>
            <pc:sldMk cId="200001" sldId="257"/>
            <ac:spMk id="30" creationId="{00000002-001E-4000-8000-000000000000}"/>
          </ac:spMkLst>
        </pc:spChg>
        <pc:spChg chg="mod">
          <ac:chgData name="Murugaiyan, Jayaprakash" userId="148622a5-97d3-4d75-897b-4e866673e9cf" providerId="ADAL" clId="{0865DD46-FA61-465C-AA97-ED7037B6A7D0}" dt="2026-10-15T16:26:26.820" v="5" actId="26606"/>
          <ac:spMkLst>
            <pc:docMk/>
            <pc:sldMk cId="200001" sldId="257"/>
            <ac:spMk id="31" creationId="{00000002-001F-4000-8000-000000000000}"/>
          </ac:spMkLst>
        </pc:spChg>
        <pc:spChg chg="add">
          <ac:chgData name="Murugaiyan, Jayaprakash" userId="148622a5-97d3-4d75-897b-4e866673e9cf" providerId="ADAL" clId="{0865DD46-FA61-465C-AA97-ED7037B6A7D0}" dt="2026-10-15T16:26:26.820" v="5" actId="26606"/>
          <ac:spMkLst>
            <pc:docMk/>
            <pc:sldMk cId="200001" sldId="257"/>
            <ac:spMk id="33" creationId="{00000002-0021-4000-8000-000000000000}"/>
          </ac:spMkLst>
        </pc:spChg>
        <pc:spChg chg="del mod replId">
          <ac:chgData name="Murugaiyan, Jayaprakash" userId="148622a5-97d3-4d75-897b-4e866673e9cf" providerId="ADAL" clId="{0865DD46-FA61-465C-AA97-ED7037B6A7D0}" dt="2026-10-15T16:26:26.820" v="5" actId="26606"/>
          <ac:spMkLst>
            <pc:docMk/>
            <pc:sldMk cId="200001" sldId="257"/>
            <ac:spMk id="36" creationId="{00000002-0001-4000-8000-000000000000}"/>
          </ac:spMkLst>
        </pc:spChg>
      </pc:sldChg>
      <pc:sldChg chg="modSp add mod">
        <pc:chgData name="Murugaiyan, Jayaprakash" userId="148622a5-97d3-4d75-897b-4e866673e9cf" providerId="ADAL" clId="{0865DD46-FA61-465C-AA97-ED7037B6A7D0}" dt="2026-10-15T16:40:14.558" v="28" actId="20577"/>
        <pc:sldMkLst>
          <pc:docMk/>
          <pc:sldMk cId="0" sldId="258"/>
        </pc:sldMkLst>
        <pc:spChg chg="mod">
          <ac:chgData name="Murugaiyan, Jayaprakash" userId="148622a5-97d3-4d75-897b-4e866673e9cf" providerId="ADAL" clId="{0865DD46-FA61-465C-AA97-ED7037B6A7D0}" dt="2026-10-15T16:32:28.511" v="10" actId="20577"/>
          <ac:spMkLst>
            <pc:docMk/>
            <pc:sldMk cId="0" sldId="258"/>
            <ac:spMk id="2" creationId="{00000000-0000-0000-0000-000000000000}"/>
          </ac:spMkLst>
        </pc:spChg>
        <pc:spChg chg="mod">
          <ac:chgData name="Murugaiyan, Jayaprakash" userId="148622a5-97d3-4d75-897b-4e866673e9cf" providerId="ADAL" clId="{0865DD46-FA61-465C-AA97-ED7037B6A7D0}" dt="2026-10-15T16:40:14.558" v="28" actId="20577"/>
          <ac:spMkLst>
            <pc:docMk/>
            <pc:sldMk cId="0" sldId="258"/>
            <ac:spMk id="5" creationId="{00000000-0000-0000-0000-000000000000}"/>
          </ac:spMkLst>
        </pc:spChg>
      </pc:sldChg>
      <pc:sldChg chg="modSp add del mod modNotes">
        <pc:chgData name="Murugaiyan, Jayaprakash" userId="148622a5-97d3-4d75-897b-4e866673e9cf" providerId="ADAL" clId="{0865DD46-FA61-465C-AA97-ED7037B6A7D0}" dt="2026-10-15T16:27:02.262" v="6" actId="47"/>
        <pc:sldMkLst>
          <pc:docMk/>
          <pc:sldMk cId="300001" sldId="258"/>
        </pc:sldMkLst>
        <pc:spChg chg="mod">
          <ac:chgData name="Murugaiyan, Jayaprakash" userId="148622a5-97d3-4d75-897b-4e866673e9cf" providerId="ADAL" clId="{0865DD46-FA61-465C-AA97-ED7037B6A7D0}" dt="2026-10-15T16:26:26.820" v="5" actId="26606"/>
          <ac:spMkLst>
            <pc:docMk/>
            <pc:sldMk cId="300001" sldId="258"/>
            <ac:spMk id="6" creationId="{00000003-0006-4000-8000-000000000000}"/>
          </ac:spMkLst>
        </pc:spChg>
        <pc:spChg chg="mod">
          <ac:chgData name="Murugaiyan, Jayaprakash" userId="148622a5-97d3-4d75-897b-4e866673e9cf" providerId="ADAL" clId="{0865DD46-FA61-465C-AA97-ED7037B6A7D0}" dt="2026-10-15T16:26:26.820" v="5" actId="26606"/>
          <ac:spMkLst>
            <pc:docMk/>
            <pc:sldMk cId="300001" sldId="258"/>
            <ac:spMk id="9" creationId="{00000003-0009-4000-8000-000000000000}"/>
          </ac:spMkLst>
        </pc:spChg>
        <pc:spChg chg="mod">
          <ac:chgData name="Murugaiyan, Jayaprakash" userId="148622a5-97d3-4d75-897b-4e866673e9cf" providerId="ADAL" clId="{0865DD46-FA61-465C-AA97-ED7037B6A7D0}" dt="2026-10-15T16:26:26.820" v="5" actId="26606"/>
          <ac:spMkLst>
            <pc:docMk/>
            <pc:sldMk cId="300001" sldId="258"/>
            <ac:spMk id="12" creationId="{00000003-000C-4000-8000-000000000000}"/>
          </ac:spMkLst>
        </pc:spChg>
        <pc:spChg chg="mod">
          <ac:chgData name="Murugaiyan, Jayaprakash" userId="148622a5-97d3-4d75-897b-4e866673e9cf" providerId="ADAL" clId="{0865DD46-FA61-465C-AA97-ED7037B6A7D0}" dt="2026-10-15T16:26:26.820" v="5" actId="26606"/>
          <ac:spMkLst>
            <pc:docMk/>
            <pc:sldMk cId="300001" sldId="258"/>
            <ac:spMk id="14" creationId="{00000003-000E-4000-8000-000000000000}"/>
          </ac:spMkLst>
        </pc:spChg>
      </pc:sldChg>
      <pc:sldChg chg="modSp add mod">
        <pc:chgData name="Murugaiyan, Jayaprakash" userId="148622a5-97d3-4d75-897b-4e866673e9cf" providerId="ADAL" clId="{0865DD46-FA61-465C-AA97-ED7037B6A7D0}" dt="2026-10-15T16:40:20.416" v="30" actId="20577"/>
        <pc:sldMkLst>
          <pc:docMk/>
          <pc:sldMk cId="0" sldId="259"/>
        </pc:sldMkLst>
        <pc:spChg chg="mod">
          <ac:chgData name="Murugaiyan, Jayaprakash" userId="148622a5-97d3-4d75-897b-4e866673e9cf" providerId="ADAL" clId="{0865DD46-FA61-465C-AA97-ED7037B6A7D0}" dt="2026-10-15T16:32:37.085" v="14" actId="20577"/>
          <ac:spMkLst>
            <pc:docMk/>
            <pc:sldMk cId="0" sldId="259"/>
            <ac:spMk id="2" creationId="{00000000-0000-0000-0000-000000000000}"/>
          </ac:spMkLst>
        </pc:spChg>
        <pc:spChg chg="mod">
          <ac:chgData name="Murugaiyan, Jayaprakash" userId="148622a5-97d3-4d75-897b-4e866673e9cf" providerId="ADAL" clId="{0865DD46-FA61-465C-AA97-ED7037B6A7D0}" dt="2026-10-15T16:40:20.416" v="30" actId="20577"/>
          <ac:spMkLst>
            <pc:docMk/>
            <pc:sldMk cId="0" sldId="259"/>
            <ac:spMk id="5" creationId="{00000000-0000-0000-0000-000000000000}"/>
          </ac:spMkLst>
        </pc:spChg>
      </pc:sldChg>
      <pc:sldChg chg="modSp add mod ord">
        <pc:chgData name="Murugaiyan, Jayaprakash" userId="148622a5-97d3-4d75-897b-4e866673e9cf" providerId="ADAL" clId="{0865DD46-FA61-465C-AA97-ED7037B6A7D0}" dt="2026-10-15T16:40:01.855" v="24" actId="20577"/>
        <pc:sldMkLst>
          <pc:docMk/>
          <pc:sldMk cId="0" sldId="260"/>
        </pc:sldMkLst>
        <pc:spChg chg="mod">
          <ac:chgData name="Murugaiyan, Jayaprakash" userId="148622a5-97d3-4d75-897b-4e866673e9cf" providerId="ADAL" clId="{0865DD46-FA61-465C-AA97-ED7037B6A7D0}" dt="2026-10-15T16:32:45.892" v="18" actId="20577"/>
          <ac:spMkLst>
            <pc:docMk/>
            <pc:sldMk cId="0" sldId="260"/>
            <ac:spMk id="2" creationId="{00000000-0000-0000-0000-000000000000}"/>
          </ac:spMkLst>
        </pc:spChg>
        <pc:spChg chg="mod">
          <ac:chgData name="Murugaiyan, Jayaprakash" userId="148622a5-97d3-4d75-897b-4e866673e9cf" providerId="ADAL" clId="{0865DD46-FA61-465C-AA97-ED7037B6A7D0}" dt="2026-10-15T16:40:01.855" v="24" actId="20577"/>
          <ac:spMkLst>
            <pc:docMk/>
            <pc:sldMk cId="0" sldId="260"/>
            <ac:spMk id="5" creationId="{00000000-0000-0000-0000-000000000000}"/>
          </ac:spMkLst>
        </pc:spChg>
        <pc:spChg chg="mod">
          <ac:chgData name="Murugaiyan, Jayaprakash" userId="148622a5-97d3-4d75-897b-4e866673e9cf" providerId="ADAL" clId="{0865DD46-FA61-465C-AA97-ED7037B6A7D0}" dt="2026-10-15T16:33:33.855" v="20" actId="26606"/>
          <ac:spMkLst>
            <pc:docMk/>
            <pc:sldMk cId="0" sldId="260"/>
            <ac:spMk id="14" creationId="{00000000-0000-0000-0000-000000000000}"/>
          </ac:spMkLst>
        </pc:spChg>
        <pc:spChg chg="mod">
          <ac:chgData name="Murugaiyan, Jayaprakash" userId="148622a5-97d3-4d75-897b-4e866673e9cf" providerId="ADAL" clId="{0865DD46-FA61-465C-AA97-ED7037B6A7D0}" dt="2026-10-15T16:33:33.855" v="20" actId="26606"/>
          <ac:spMkLst>
            <pc:docMk/>
            <pc:sldMk cId="0" sldId="260"/>
            <ac:spMk id="20" creationId="{00000000-0000-0000-0000-000000000000}"/>
          </ac:spMkLst>
        </pc:spChg>
        <pc:spChg chg="mod">
          <ac:chgData name="Murugaiyan, Jayaprakash" userId="148622a5-97d3-4d75-897b-4e866673e9cf" providerId="ADAL" clId="{0865DD46-FA61-465C-AA97-ED7037B6A7D0}" dt="2026-10-15T16:33:33.855" v="20" actId="26606"/>
          <ac:spMkLst>
            <pc:docMk/>
            <pc:sldMk cId="0" sldId="260"/>
            <ac:spMk id="23" creationId="{00000000-0000-0000-0000-000000000000}"/>
          </ac:spMkLst>
        </pc:spChg>
        <pc:cxnChg chg="mod">
          <ac:chgData name="Murugaiyan, Jayaprakash" userId="148622a5-97d3-4d75-897b-4e866673e9cf" providerId="ADAL" clId="{0865DD46-FA61-465C-AA97-ED7037B6A7D0}" dt="2026-10-15T16:33:33.855" v="20" actId="26606"/>
          <ac:cxnSpMkLst>
            <pc:docMk/>
            <pc:sldMk cId="0" sldId="260"/>
            <ac:cxnSpMk id="33" creationId="{00000000-0000-0000-0000-000000000000}"/>
          </ac:cxnSpMkLst>
        </pc:cxnChg>
        <pc:cxnChg chg="mod">
          <ac:chgData name="Murugaiyan, Jayaprakash" userId="148622a5-97d3-4d75-897b-4e866673e9cf" providerId="ADAL" clId="{0865DD46-FA61-465C-AA97-ED7037B6A7D0}" dt="2026-10-15T16:33:33.855" v="20" actId="26606"/>
          <ac:cxnSpMkLst>
            <pc:docMk/>
            <pc:sldMk cId="0" sldId="260"/>
            <ac:cxnSpMk id="34" creationId="{00000000-0000-0000-0000-000000000000}"/>
          </ac:cxnSpMkLst>
        </pc:cxnChg>
      </pc:sldChg>
      <pc:sldChg chg="addSp modSp new mod">
        <pc:chgData name="Murugaiyan, Jayaprakash" userId="148622a5-97d3-4d75-897b-4e866673e9cf" providerId="ADAL" clId="{0865DD46-FA61-465C-AA97-ED7037B6A7D0}" dt="2026-10-15T17:35:06.407" v="34" actId="1076"/>
        <pc:sldMkLst>
          <pc:docMk/>
          <pc:sldMk cId="2859098440" sldId="261"/>
        </pc:sldMkLst>
        <pc:picChg chg="add mod">
          <ac:chgData name="Murugaiyan, Jayaprakash" userId="148622a5-97d3-4d75-897b-4e866673e9cf" providerId="ADAL" clId="{0865DD46-FA61-465C-AA97-ED7037B6A7D0}" dt="2026-10-15T17:35:06.407" v="34" actId="1076"/>
          <ac:picMkLst>
            <pc:docMk/>
            <pc:sldMk cId="2859098440" sldId="261"/>
            <ac:picMk id="3" creationId="{DFD23560-1D35-C48D-4C58-7799AB6BB55E}"/>
          </ac:picMkLst>
        </pc:picChg>
      </pc:sldChg>
      <pc:sldChg chg="addSp new mod">
        <pc:chgData name="Murugaiyan, Jayaprakash" userId="148622a5-97d3-4d75-897b-4e866673e9cf" providerId="ADAL" clId="{0865DD46-FA61-465C-AA97-ED7037B6A7D0}" dt="2026-10-15T17:36:03.903" v="36" actId="22"/>
        <pc:sldMkLst>
          <pc:docMk/>
          <pc:sldMk cId="2492930959" sldId="262"/>
        </pc:sldMkLst>
        <pc:picChg chg="add">
          <ac:chgData name="Murugaiyan, Jayaprakash" userId="148622a5-97d3-4d75-897b-4e866673e9cf" providerId="ADAL" clId="{0865DD46-FA61-465C-AA97-ED7037B6A7D0}" dt="2026-10-15T17:36:03.903" v="36" actId="22"/>
          <ac:picMkLst>
            <pc:docMk/>
            <pc:sldMk cId="2492930959" sldId="262"/>
            <ac:picMk id="3" creationId="{6CEC1F40-D315-E958-CEB9-35F52F31FDDE}"/>
          </ac:picMkLst>
        </pc:picChg>
      </pc:sldChg>
      <pc:sldChg chg="addSp new mod">
        <pc:chgData name="Murugaiyan, Jayaprakash" userId="148622a5-97d3-4d75-897b-4e866673e9cf" providerId="ADAL" clId="{0865DD46-FA61-465C-AA97-ED7037B6A7D0}" dt="2026-10-15T17:38:03.973" v="38" actId="22"/>
        <pc:sldMkLst>
          <pc:docMk/>
          <pc:sldMk cId="758111797" sldId="263"/>
        </pc:sldMkLst>
        <pc:picChg chg="add">
          <ac:chgData name="Murugaiyan, Jayaprakash" userId="148622a5-97d3-4d75-897b-4e866673e9cf" providerId="ADAL" clId="{0865DD46-FA61-465C-AA97-ED7037B6A7D0}" dt="2026-10-15T17:38:03.973" v="38" actId="22"/>
          <ac:picMkLst>
            <pc:docMk/>
            <pc:sldMk cId="758111797" sldId="263"/>
            <ac:picMk id="3" creationId="{FF0FDEBD-0530-A7AF-1BCC-E8BCD6E0A395}"/>
          </ac:picMkLst>
        </pc:picChg>
      </pc:sldChg>
      <pc:sldChg chg="addSp new mod">
        <pc:chgData name="Murugaiyan, Jayaprakash" userId="148622a5-97d3-4d75-897b-4e866673e9cf" providerId="ADAL" clId="{0865DD46-FA61-465C-AA97-ED7037B6A7D0}" dt="2026-10-15T17:40:57.042" v="40" actId="22"/>
        <pc:sldMkLst>
          <pc:docMk/>
          <pc:sldMk cId="3750133391" sldId="264"/>
        </pc:sldMkLst>
        <pc:picChg chg="add">
          <ac:chgData name="Murugaiyan, Jayaprakash" userId="148622a5-97d3-4d75-897b-4e866673e9cf" providerId="ADAL" clId="{0865DD46-FA61-465C-AA97-ED7037B6A7D0}" dt="2026-10-15T17:40:57.042" v="40" actId="22"/>
          <ac:picMkLst>
            <pc:docMk/>
            <pc:sldMk cId="3750133391" sldId="264"/>
            <ac:picMk id="3" creationId="{A7A600AD-C972-DB12-9999-77BCA22692D5}"/>
          </ac:picMkLst>
        </pc:picChg>
      </pc:sldChg>
      <pc:sldChg chg="addSp new mod">
        <pc:chgData name="Murugaiyan, Jayaprakash" userId="148622a5-97d3-4d75-897b-4e866673e9cf" providerId="ADAL" clId="{0865DD46-FA61-465C-AA97-ED7037B6A7D0}" dt="2026-10-15T17:44:23.561" v="42" actId="22"/>
        <pc:sldMkLst>
          <pc:docMk/>
          <pc:sldMk cId="1233355389" sldId="265"/>
        </pc:sldMkLst>
        <pc:picChg chg="add">
          <ac:chgData name="Murugaiyan, Jayaprakash" userId="148622a5-97d3-4d75-897b-4e866673e9cf" providerId="ADAL" clId="{0865DD46-FA61-465C-AA97-ED7037B6A7D0}" dt="2026-10-15T17:44:23.561" v="42" actId="22"/>
          <ac:picMkLst>
            <pc:docMk/>
            <pc:sldMk cId="1233355389" sldId="265"/>
            <ac:picMk id="3" creationId="{BC650EEA-075D-075E-ADFF-9680B7C6502F}"/>
          </ac:picMkLst>
        </pc:picChg>
      </pc:sldChg>
      <pc:sldChg chg="addSp delSp modSp new mod">
        <pc:chgData name="Murugaiyan, Jayaprakash" userId="148622a5-97d3-4d75-897b-4e866673e9cf" providerId="ADAL" clId="{0865DD46-FA61-465C-AA97-ED7037B6A7D0}" dt="2026-10-15T18:26:04.443" v="47" actId="22"/>
        <pc:sldMkLst>
          <pc:docMk/>
          <pc:sldMk cId="2934520344" sldId="266"/>
        </pc:sldMkLst>
        <pc:picChg chg="add del mod">
          <ac:chgData name="Murugaiyan, Jayaprakash" userId="148622a5-97d3-4d75-897b-4e866673e9cf" providerId="ADAL" clId="{0865DD46-FA61-465C-AA97-ED7037B6A7D0}" dt="2026-10-15T18:26:02.605" v="46" actId="478"/>
          <ac:picMkLst>
            <pc:docMk/>
            <pc:sldMk cId="2934520344" sldId="266"/>
            <ac:picMk id="3" creationId="{7201F868-93B4-B160-6E1B-E06832C5C3BE}"/>
          </ac:picMkLst>
        </pc:picChg>
        <pc:picChg chg="add">
          <ac:chgData name="Murugaiyan, Jayaprakash" userId="148622a5-97d3-4d75-897b-4e866673e9cf" providerId="ADAL" clId="{0865DD46-FA61-465C-AA97-ED7037B6A7D0}" dt="2026-10-15T18:26:04.443" v="47" actId="22"/>
          <ac:picMkLst>
            <pc:docMk/>
            <pc:sldMk cId="2934520344" sldId="266"/>
            <ac:picMk id="5" creationId="{B9328B81-5570-CDE2-71F2-044E465CADBE}"/>
          </ac:picMkLst>
        </pc:picChg>
      </pc:sldChg>
      <pc:sldMasterChg chg="add replId addSldLayout">
        <pc:chgData name="Murugaiyan, Jayaprakash" userId="148622a5-97d3-4d75-897b-4e866673e9cf" providerId="ADAL" clId="{0865DD46-FA61-465C-AA97-ED7037B6A7D0}" dt="2026-10-15T16:26:26.740" v="4" actId="26606"/>
        <pc:sldMasterMkLst>
          <pc:docMk/>
          <pc:sldMasterMk cId="537030205" sldId="2147483648"/>
        </pc:sldMasterMkLst>
        <pc:sldLayoutChg chg="add">
          <pc:chgData name="Murugaiyan, Jayaprakash" userId="148622a5-97d3-4d75-897b-4e866673e9cf" providerId="ADAL" clId="{0865DD46-FA61-465C-AA97-ED7037B6A7D0}" dt="2026-10-15T16:24:14.438" v="1" actId="26606"/>
          <pc:sldLayoutMkLst>
            <pc:docMk/>
            <pc:sldMasterMk cId="537030205" sldId="2147483648"/>
            <pc:sldLayoutMk cId="0" sldId="2147483649"/>
          </pc:sldLayoutMkLst>
        </pc:sldLayoutChg>
      </pc:sldMasterChg>
      <pc:sldMasterChg chg="del replId delSldLayout modSldLayout">
        <pc:chgData name="Murugaiyan, Jayaprakash" userId="148622a5-97d3-4d75-897b-4e866673e9cf" providerId="ADAL" clId="{0865DD46-FA61-465C-AA97-ED7037B6A7D0}" dt="2026-10-15T16:24:14.438" v="1" actId="26606"/>
        <pc:sldMasterMkLst>
          <pc:docMk/>
          <pc:sldMasterMk cId="537030205" sldId="2147483660"/>
        </pc:sldMasterMkLst>
        <pc:sldLayoutChg chg="del">
          <pc:chgData name="Murugaiyan, Jayaprakash" userId="148622a5-97d3-4d75-897b-4e866673e9cf" providerId="ADAL" clId="{0865DD46-FA61-465C-AA97-ED7037B6A7D0}" dt="2026-10-15T16:24:14.438" v="1" actId="26606"/>
          <pc:sldLayoutMkLst>
            <pc:docMk/>
            <pc:sldMasterMk cId="537030205" sldId="2147483660"/>
            <pc:sldLayoutMk cId="1756483636" sldId="2147483650"/>
          </pc:sldLayoutMkLst>
        </pc:sldLayoutChg>
        <pc:sldLayoutChg chg="del">
          <pc:chgData name="Murugaiyan, Jayaprakash" userId="148622a5-97d3-4d75-897b-4e866673e9cf" providerId="ADAL" clId="{0865DD46-FA61-465C-AA97-ED7037B6A7D0}" dt="2026-10-15T16:24:14.438" v="1" actId="26606"/>
          <pc:sldLayoutMkLst>
            <pc:docMk/>
            <pc:sldMasterMk cId="537030205" sldId="2147483660"/>
            <pc:sldLayoutMk cId="4229391807" sldId="2147483651"/>
          </pc:sldLayoutMkLst>
        </pc:sldLayoutChg>
        <pc:sldLayoutChg chg="del">
          <pc:chgData name="Murugaiyan, Jayaprakash" userId="148622a5-97d3-4d75-897b-4e866673e9cf" providerId="ADAL" clId="{0865DD46-FA61-465C-AA97-ED7037B6A7D0}" dt="2026-10-15T16:24:14.438" v="1" actId="26606"/>
          <pc:sldLayoutMkLst>
            <pc:docMk/>
            <pc:sldMasterMk cId="537030205" sldId="2147483660"/>
            <pc:sldLayoutMk cId="621325094" sldId="2147483652"/>
          </pc:sldLayoutMkLst>
        </pc:sldLayoutChg>
        <pc:sldLayoutChg chg="del">
          <pc:chgData name="Murugaiyan, Jayaprakash" userId="148622a5-97d3-4d75-897b-4e866673e9cf" providerId="ADAL" clId="{0865DD46-FA61-465C-AA97-ED7037B6A7D0}" dt="2026-10-15T16:24:14.438" v="1" actId="26606"/>
          <pc:sldLayoutMkLst>
            <pc:docMk/>
            <pc:sldMasterMk cId="537030205" sldId="2147483660"/>
            <pc:sldLayoutMk cId="4107405251" sldId="2147483653"/>
          </pc:sldLayoutMkLst>
        </pc:sldLayoutChg>
        <pc:sldLayoutChg chg="del">
          <pc:chgData name="Murugaiyan, Jayaprakash" userId="148622a5-97d3-4d75-897b-4e866673e9cf" providerId="ADAL" clId="{0865DD46-FA61-465C-AA97-ED7037B6A7D0}" dt="2026-10-15T16:24:14.438" v="1" actId="26606"/>
          <pc:sldLayoutMkLst>
            <pc:docMk/>
            <pc:sldMasterMk cId="537030205" sldId="2147483660"/>
            <pc:sldLayoutMk cId="1214191612" sldId="2147483654"/>
          </pc:sldLayoutMkLst>
        </pc:sldLayoutChg>
        <pc:sldLayoutChg chg="del">
          <pc:chgData name="Murugaiyan, Jayaprakash" userId="148622a5-97d3-4d75-897b-4e866673e9cf" providerId="ADAL" clId="{0865DD46-FA61-465C-AA97-ED7037B6A7D0}" dt="2026-10-15T16:24:14.438" v="1" actId="26606"/>
          <pc:sldLayoutMkLst>
            <pc:docMk/>
            <pc:sldMasterMk cId="537030205" sldId="2147483660"/>
            <pc:sldLayoutMk cId="2240252797" sldId="2147483655"/>
          </pc:sldLayoutMkLst>
        </pc:sldLayoutChg>
        <pc:sldLayoutChg chg="del">
          <pc:chgData name="Murugaiyan, Jayaprakash" userId="148622a5-97d3-4d75-897b-4e866673e9cf" providerId="ADAL" clId="{0865DD46-FA61-465C-AA97-ED7037B6A7D0}" dt="2026-10-15T16:24:14.438" v="1" actId="26606"/>
          <pc:sldLayoutMkLst>
            <pc:docMk/>
            <pc:sldMasterMk cId="537030205" sldId="2147483660"/>
            <pc:sldLayoutMk cId="541889201" sldId="2147483656"/>
          </pc:sldLayoutMkLst>
        </pc:sldLayoutChg>
        <pc:sldLayoutChg chg="del">
          <pc:chgData name="Murugaiyan, Jayaprakash" userId="148622a5-97d3-4d75-897b-4e866673e9cf" providerId="ADAL" clId="{0865DD46-FA61-465C-AA97-ED7037B6A7D0}" dt="2026-10-15T16:24:14.438" v="1" actId="26606"/>
          <pc:sldLayoutMkLst>
            <pc:docMk/>
            <pc:sldMasterMk cId="537030205" sldId="2147483660"/>
            <pc:sldLayoutMk cId="480376746" sldId="2147483657"/>
          </pc:sldLayoutMkLst>
        </pc:sldLayoutChg>
        <pc:sldLayoutChg chg="del">
          <pc:chgData name="Murugaiyan, Jayaprakash" userId="148622a5-97d3-4d75-897b-4e866673e9cf" providerId="ADAL" clId="{0865DD46-FA61-465C-AA97-ED7037B6A7D0}" dt="2026-10-15T16:24:14.438" v="1" actId="26606"/>
          <pc:sldLayoutMkLst>
            <pc:docMk/>
            <pc:sldMasterMk cId="537030205" sldId="2147483660"/>
            <pc:sldLayoutMk cId="3398106223" sldId="2147483658"/>
          </pc:sldLayoutMkLst>
        </pc:sldLayoutChg>
        <pc:sldLayoutChg chg="del">
          <pc:chgData name="Murugaiyan, Jayaprakash" userId="148622a5-97d3-4d75-897b-4e866673e9cf" providerId="ADAL" clId="{0865DD46-FA61-465C-AA97-ED7037B6A7D0}" dt="2026-10-15T16:24:14.438" v="1" actId="26606"/>
          <pc:sldLayoutMkLst>
            <pc:docMk/>
            <pc:sldMasterMk cId="537030205" sldId="2147483660"/>
            <pc:sldLayoutMk cId="1583318590" sldId="2147483659"/>
          </pc:sldLayoutMkLst>
        </pc:sldLayoutChg>
        <pc:sldLayoutChg chg="del replId">
          <pc:chgData name="Murugaiyan, Jayaprakash" userId="148622a5-97d3-4d75-897b-4e866673e9cf" providerId="ADAL" clId="{0865DD46-FA61-465C-AA97-ED7037B6A7D0}" dt="2026-10-15T16:24:14.438" v="1" actId="26606"/>
          <pc:sldLayoutMkLst>
            <pc:docMk/>
            <pc:sldMasterMk cId="537030205" sldId="2147483660"/>
            <pc:sldLayoutMk cId="2398949350"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6003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one reading from the room sensor to the screen. These are logical roles. A gateway is a radio-to-IP bridge and is not automatically a dashboard or network server. AM300 models and firmware can differ, so identify the full model before choosing units and decoder. The sensor sends compact LoRaWAN uplinks at configured intervals or for events. The UG65 listens on configured channels. Multiple gateways may hear the same uplink. Milesight advertises up to 2,000 devices, 8-channel communication and up to 2 km urban coverage for UG65. These are maximum product figures, not guarantees for a particular site. Confirm regional hardware, firmware and manuals.</a:t>
            </a:r>
          </a:p>
          <a:p>
            <a:endParaRPr/>
          </a:p>
          <a:p>
            <a:r>
              <a:t>Source: user-provided AM300 Sensor and UG65 Gateway outline, slides 1, 2, 4 and 5. Supplied references: https://www.milesight.com/iot/product/lorawan-sensor/am300 and https://www.milesight.com/iot/product/lorawan-gateway/ug65.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cNvSpPr>
            <a:spLocks noGrp="1"/>
          </p:cNvSpPr>
          <p:nvPr>
            <p:ph type="body" idx="1"/>
          </p:nvPr>
        </p:nvSpPr>
        <p:spPr/>
        <p:txBody>
          <a:bodyPr/>
          <a:lstStyle/>
          <a:p>
            <a:r>
              <a:t>The frontend displays current environmental readings and historical measurements in charts. It shows sensor and connection status, highlights readings that exceed configured thresholds, and provides alert history and relevant information for staff. Possible technologies include HTML, CSS, JavaScript or React. The architecture is a logical design supplied by the user. AM304L sends LoRaWAN over LoRa radio to UG65. The gateway uses IP networking and packet forwarding to the LoRaWAN network server. The server integrates with the backend through MQTT or HTTP, depending on configuration. The backend stores and retrieves database records. The frontend sends HTTP/HTTPS API requests to the backend, and the backend responds with sensor data and alerts. The dashboard does not directly query the database in this diagram.</a:t>
            </a:r>
          </a:p>
          <a:p>
            <a:r>
              <a:t>Source: user-provided section 3.6 and Mermaid flowchart.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Diagram shows alternative downstream integrations, not a guaranteed feature path for every gateway or platform. UG65 forwards over an IP connection using its configured mode. Ask which component runs the decoder and which publishes to MQTT or exposes an API. MQTT uses a broker. An API is a software interface, often over HTTP. Neither is the AM300-to-UG65 radio link. JSON is a data format, not a protocol. The sensor uses model-specific compact binary payloads. A platform can offer decoded JSON after decoding, while other messages may contain raw hex or Base64. Milesight documents REST APIs and webhooks for its Development Platform. Confirm any direct UG65 API/MQTT feature against the exact gateway manual and firmware. Optional building-system connections can use BACnet or Modbus when configured.</a:t>
            </a:r>
          </a:p>
          <a:p>
            <a:endParaRPr/>
          </a:p>
          <a:p>
            <a:r>
              <a:t>Source: user-provided outline, slides 3 and 6. Supplied references: https://www.milesight.com/iot/resources/download-center/ and https://github.com/Milesight-IoT/SensorDecoders.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cNvSpPr>
            <a:spLocks noGrp="1"/>
          </p:cNvSpPr>
          <p:nvPr>
            <p:ph type="body" idx="1"/>
          </p:nvPr>
        </p:nvSpPr>
        <p:spPr/>
        <p:txBody>
          <a:bodyPr/>
          <a:lstStyle/>
          <a:p>
            <a:r>
              <a:t>Purpose: process and manage sensor data. Receive data from the network server. Decode the application payload if necessary. Validate readings and timestamps. Apply configured threshold rules. Generate alerts when defined conditions are met. Store readings and alert information in the database. Provide data to the frontend through an API. Input: sensor data from the network server. Output: validated readings, stored records and alert information.</a:t>
            </a:r>
          </a:p>
          <a:p>
            <a:r>
              <a:t>Source: user-provided section 3.4.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cNvSpPr>
            <a:spLocks noGrp="1"/>
          </p:cNvSpPr>
          <p:nvPr>
            <p:ph type="body" idx="1"/>
          </p:nvPr>
        </p:nvSpPr>
        <p:spPr/>
        <p:txBody>
          <a:bodyPr/>
          <a:lstStyle/>
          <a:p>
            <a:r>
              <a:t>Purpose: retain sensor data for historical analysis. Possible fields include device ID, room or sensor location, measurement type, value and unit, timestamp, device status, alert status and alert history. PostgreSQL and InfluxDB are possible technologies, not a finalized selection. Choose according to the project requirements. The backend stores and retrieves the data.</a:t>
            </a:r>
          </a:p>
          <a:p>
            <a:r>
              <a:t>Source: user-provided section 3.5 and Mermaid architecture.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7030205"/>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00000001-0001-4000-8000-000000000000}"/>
              </a:ext>
            </a:extLst>
          </p:cNvPr>
          <p:cNvSpPr>
            <a:spLocks noGrp="1"/>
          </p:cNvSpPr>
          <p:nvPr/>
        </p:nvSpPr>
        <p:spPr>
          <a:xfrm>
            <a:off x="609600" y="409575"/>
            <a:ext cx="10953750" cy="628650"/>
          </a:xfrm>
          <a:prstGeom prst="rect">
            <a:avLst/>
          </a:prstGeom>
          <a:noFill/>
          <a:ln w="0">
            <a:noFill/>
          </a:ln>
        </p:spPr>
        <p:txBody>
          <a:bodyPr>
            <a:noAutofit/>
          </a:bodyPr>
          <a:lstStyle/>
          <a:p>
            <a:pPr>
              <a:defRPr sz="3225" b="1">
                <a:solidFill>
                  <a:srgbClr val="0E2841"/>
                </a:solidFill>
                <a:latin typeface="Aptos"/>
                <a:ea typeface="Aptos"/>
                <a:cs typeface="Aptos"/>
              </a:defRPr>
            </a:pPr>
            <a:r>
              <a:rPr sz="3225" b="1">
                <a:solidFill>
                  <a:srgbClr val="0E2841"/>
                </a:solidFill>
                <a:latin typeface="Aptos"/>
                <a:ea typeface="Aptos"/>
                <a:cs typeface="Aptos"/>
              </a:rPr>
              <a:t>How indoor readings reach an application</a:t>
            </a:r>
          </a:p>
        </p:txBody>
      </p:sp>
      <p:sp>
        <p:nvSpPr>
          <p:cNvPr id="2" name="Rectangle 1">
            <a:extLst>
              <a:ext uri="{FF2B5EF4-FFF2-40B4-BE49-F238E27FC236}">
                <a16:creationId xmlns:a16="http://schemas.microsoft.com/office/drawing/2014/main" id="{00000001-0002-4000-8000-000000000000}"/>
              </a:ext>
            </a:extLst>
          </p:cNvPr>
          <p:cNvSpPr>
            <a:spLocks noGrp="1"/>
          </p:cNvSpPr>
          <p:nvPr/>
        </p:nvSpPr>
        <p:spPr>
          <a:xfrm>
            <a:off x="609600" y="6324600"/>
            <a:ext cx="9715500" cy="228600"/>
          </a:xfrm>
          <a:prstGeom prst="rect">
            <a:avLst/>
          </a:prstGeom>
          <a:noFill/>
          <a:ln w="0">
            <a:noFill/>
          </a:ln>
        </p:spPr>
        <p:txBody>
          <a:bodyPr>
            <a:noAutofit/>
          </a:bodyPr>
          <a:lstStyle/>
          <a:p>
            <a:pPr>
              <a:defRPr sz="1200" b="0">
                <a:solidFill>
                  <a:srgbClr val="156082"/>
                </a:solidFill>
                <a:latin typeface="Aptos"/>
                <a:ea typeface="Aptos"/>
                <a:cs typeface="Aptos"/>
              </a:defRPr>
            </a:pPr>
            <a:r>
              <a:rPr sz="1200" b="0">
                <a:solidFill>
                  <a:srgbClr val="156082"/>
                </a:solidFill>
                <a:latin typeface="Aptos"/>
                <a:ea typeface="Aptos"/>
                <a:cs typeface="Aptos"/>
              </a:rPr>
              <a:t>AM300 SENSOR + UG65 GATEWAY</a:t>
            </a:r>
          </a:p>
        </p:txBody>
      </p:sp>
      <p:sp>
        <p:nvSpPr>
          <p:cNvPr id="3" name="Rectangle 2">
            <a:extLst>
              <a:ext uri="{FF2B5EF4-FFF2-40B4-BE49-F238E27FC236}">
                <a16:creationId xmlns:a16="http://schemas.microsoft.com/office/drawing/2014/main" id="{00000001-0003-4000-8000-000000000000}"/>
              </a:ext>
            </a:extLst>
          </p:cNvPr>
          <p:cNvSpPr>
            <a:spLocks noGrp="1"/>
          </p:cNvSpPr>
          <p:nvPr/>
        </p:nvSpPr>
        <p:spPr>
          <a:xfrm>
            <a:off x="11049000" y="6257925"/>
            <a:ext cx="523875" cy="304800"/>
          </a:xfrm>
          <a:prstGeom prst="rect">
            <a:avLst/>
          </a:prstGeom>
          <a:noFill/>
          <a:ln w="0">
            <a:noFill/>
          </a:ln>
        </p:spPr>
        <p:txBody>
          <a:bodyPr>
            <a:noAutofit/>
          </a:bodyPr>
          <a:lstStyle/>
          <a:p>
            <a:pPr>
              <a:defRPr sz="1650" b="0">
                <a:solidFill>
                  <a:srgbClr val="156082"/>
                </a:solidFill>
                <a:latin typeface="Aptos"/>
                <a:ea typeface="Aptos"/>
                <a:cs typeface="Aptos"/>
              </a:defRPr>
            </a:pPr>
            <a:r>
              <a:rPr sz="1650" b="0">
                <a:solidFill>
                  <a:srgbClr val="156082"/>
                </a:solidFill>
                <a:latin typeface="Aptos"/>
                <a:ea typeface="Aptos"/>
                <a:cs typeface="Aptos"/>
              </a:rPr>
              <a:t>01</a:t>
            </a:r>
          </a:p>
        </p:txBody>
      </p:sp>
      <p:sp>
        <p:nvSpPr>
          <p:cNvPr id="4" name="Rectangle 3">
            <a:extLst>
              <a:ext uri="{FF2B5EF4-FFF2-40B4-BE49-F238E27FC236}">
                <a16:creationId xmlns:a16="http://schemas.microsoft.com/office/drawing/2014/main" id="{00000001-0004-4000-8000-000000000000}"/>
              </a:ext>
            </a:extLst>
          </p:cNvPr>
          <p:cNvSpPr>
            <a:spLocks noGrp="1"/>
          </p:cNvSpPr>
          <p:nvPr/>
        </p:nvSpPr>
        <p:spPr>
          <a:xfrm>
            <a:off x="609600" y="1143000"/>
            <a:ext cx="10763250" cy="400050"/>
          </a:xfrm>
          <a:prstGeom prst="rect">
            <a:avLst/>
          </a:prstGeom>
          <a:noFill/>
          <a:ln w="0">
            <a:noFill/>
          </a:ln>
        </p:spPr>
        <p:txBody>
          <a:bodyPr>
            <a:noAutofit/>
          </a:bodyPr>
          <a:lstStyle/>
          <a:p>
            <a:pPr>
              <a:defRPr sz="2025" b="0">
                <a:solidFill>
                  <a:srgbClr val="0E2841"/>
                </a:solidFill>
                <a:latin typeface="Aptos"/>
                <a:ea typeface="Aptos"/>
                <a:cs typeface="Aptos"/>
              </a:defRPr>
            </a:pPr>
            <a:r>
              <a:rPr sz="2025" b="0">
                <a:solidFill>
                  <a:srgbClr val="0E2841"/>
                </a:solidFill>
                <a:latin typeface="Aptos"/>
                <a:ea typeface="Aptos"/>
                <a:cs typeface="Aptos"/>
              </a:rPr>
              <a:t>Four components carry one reading from the room to the screen.</a:t>
            </a:r>
          </a:p>
        </p:txBody>
      </p:sp>
      <p:sp>
        <p:nvSpPr>
          <p:cNvPr id="5" name="Rectangle 4">
            <a:extLst>
              <a:ext uri="{FF2B5EF4-FFF2-40B4-BE49-F238E27FC236}">
                <a16:creationId xmlns:a16="http://schemas.microsoft.com/office/drawing/2014/main" id="{00000001-0005-4000-8000-000000000000}"/>
              </a:ext>
            </a:extLst>
          </p:cNvPr>
          <p:cNvSpPr>
            <a:spLocks noGrp="1"/>
          </p:cNvSpPr>
          <p:nvPr/>
        </p:nvSpPr>
        <p:spPr>
          <a:xfrm>
            <a:off x="609600" y="2362200"/>
            <a:ext cx="2381250" cy="1447800"/>
          </a:xfrm>
          <a:prstGeom prst="rect">
            <a:avLst/>
          </a:prstGeom>
          <a:solidFill>
            <a:srgbClr val="156082"/>
          </a:solidFill>
          <a:ln w="0">
            <a:noFill/>
          </a:ln>
        </p:spPr>
        <p:txBody>
          <a:bodyPr/>
          <a:lstStyle/>
          <a:p>
            <a:endParaRPr lang="en-SE"/>
          </a:p>
        </p:txBody>
      </p:sp>
      <p:sp>
        <p:nvSpPr>
          <p:cNvPr id="6" name="Rectangle 5">
            <a:extLst>
              <a:ext uri="{FF2B5EF4-FFF2-40B4-BE49-F238E27FC236}">
                <a16:creationId xmlns:a16="http://schemas.microsoft.com/office/drawing/2014/main" id="{00000001-0006-4000-8000-000000000000}"/>
              </a:ext>
            </a:extLst>
          </p:cNvPr>
          <p:cNvSpPr>
            <a:spLocks noGrp="1"/>
          </p:cNvSpPr>
          <p:nvPr/>
        </p:nvSpPr>
        <p:spPr>
          <a:xfrm>
            <a:off x="781050" y="2514600"/>
            <a:ext cx="2038350" cy="381000"/>
          </a:xfrm>
          <a:prstGeom prst="rect">
            <a:avLst/>
          </a:prstGeom>
          <a:noFill/>
          <a:ln w="0">
            <a:noFill/>
          </a:ln>
        </p:spPr>
        <p:txBody>
          <a:bodyPr>
            <a:noAutofit/>
          </a:bodyPr>
          <a:lstStyle/>
          <a:p>
            <a:pPr>
              <a:defRPr sz="2025" b="1">
                <a:solidFill>
                  <a:srgbClr val="FFFFFF"/>
                </a:solidFill>
                <a:latin typeface="Aptos"/>
                <a:ea typeface="Aptos"/>
                <a:cs typeface="Aptos"/>
              </a:defRPr>
            </a:pPr>
            <a:r>
              <a:rPr sz="2025" b="1">
                <a:solidFill>
                  <a:srgbClr val="FFFFFF"/>
                </a:solidFill>
                <a:latin typeface="Aptos"/>
                <a:ea typeface="Aptos"/>
                <a:cs typeface="Aptos"/>
              </a:rPr>
              <a:t>AM300</a:t>
            </a:r>
          </a:p>
        </p:txBody>
      </p:sp>
      <p:sp>
        <p:nvSpPr>
          <p:cNvPr id="7" name="Rectangle 6">
            <a:extLst>
              <a:ext uri="{FF2B5EF4-FFF2-40B4-BE49-F238E27FC236}">
                <a16:creationId xmlns:a16="http://schemas.microsoft.com/office/drawing/2014/main" id="{00000001-0007-4000-8000-000000000000}"/>
              </a:ext>
            </a:extLst>
          </p:cNvPr>
          <p:cNvSpPr>
            <a:spLocks noGrp="1"/>
          </p:cNvSpPr>
          <p:nvPr/>
        </p:nvSpPr>
        <p:spPr>
          <a:xfrm>
            <a:off x="781050" y="2962275"/>
            <a:ext cx="2038350" cy="781050"/>
          </a:xfrm>
          <a:prstGeom prst="rect">
            <a:avLst/>
          </a:prstGeom>
          <a:noFill/>
          <a:ln w="0">
            <a:noFill/>
          </a:ln>
        </p:spPr>
        <p:txBody>
          <a:bodyPr>
            <a:noAutofit/>
          </a:bodyPr>
          <a:lstStyle/>
          <a:p>
            <a:pPr>
              <a:defRPr sz="1650" b="0">
                <a:solidFill>
                  <a:srgbClr val="FFFFFF"/>
                </a:solidFill>
                <a:latin typeface="Aptos"/>
                <a:ea typeface="Aptos"/>
                <a:cs typeface="Aptos"/>
              </a:defRPr>
            </a:pPr>
            <a:r>
              <a:rPr sz="1650" b="0">
                <a:solidFill>
                  <a:srgbClr val="FFFFFF"/>
                </a:solidFill>
                <a:latin typeface="Aptos"/>
                <a:ea typeface="Aptos"/>
                <a:cs typeface="Aptos"/>
              </a:rPr>
              <a:t>Measures indoor</a:t>
            </a:r>
          </a:p>
          <a:p>
            <a:pPr>
              <a:defRPr sz="1650" b="0">
                <a:solidFill>
                  <a:srgbClr val="FFFFFF"/>
                </a:solidFill>
                <a:latin typeface="Aptos"/>
                <a:ea typeface="Aptos"/>
                <a:cs typeface="Aptos"/>
              </a:defRPr>
            </a:pPr>
            <a:r>
              <a:rPr sz="1650" b="0">
                <a:solidFill>
                  <a:srgbClr val="FFFFFF"/>
                </a:solidFill>
                <a:latin typeface="Aptos"/>
                <a:ea typeface="Aptos"/>
                <a:cs typeface="Aptos"/>
              </a:rPr>
              <a:t>conditions</a:t>
            </a:r>
          </a:p>
        </p:txBody>
      </p:sp>
      <p:sp>
        <p:nvSpPr>
          <p:cNvPr id="8" name="Rectangle 7">
            <a:extLst>
              <a:ext uri="{FF2B5EF4-FFF2-40B4-BE49-F238E27FC236}">
                <a16:creationId xmlns:a16="http://schemas.microsoft.com/office/drawing/2014/main" id="{00000001-0008-4000-8000-000000000000}"/>
              </a:ext>
            </a:extLst>
          </p:cNvPr>
          <p:cNvSpPr>
            <a:spLocks noGrp="1"/>
          </p:cNvSpPr>
          <p:nvPr/>
        </p:nvSpPr>
        <p:spPr>
          <a:xfrm>
            <a:off x="609600" y="4057650"/>
            <a:ext cx="2381250" cy="952500"/>
          </a:xfrm>
          <a:prstGeom prst="rect">
            <a:avLst/>
          </a:prstGeom>
          <a:noFill/>
          <a:ln w="0">
            <a:noFill/>
          </a:ln>
        </p:spPr>
        <p:txBody>
          <a:bodyPr>
            <a:noAutofit/>
          </a:bodyPr>
          <a:lstStyle/>
          <a:p>
            <a:pPr>
              <a:defRPr sz="1725" b="0">
                <a:solidFill>
                  <a:srgbClr val="0E2841"/>
                </a:solidFill>
                <a:latin typeface="Aptos"/>
                <a:ea typeface="Aptos"/>
                <a:cs typeface="Aptos"/>
              </a:defRPr>
            </a:pPr>
            <a:r>
              <a:rPr sz="1725" b="0">
                <a:solidFill>
                  <a:srgbClr val="0E2841"/>
                </a:solidFill>
                <a:latin typeface="Aptos"/>
                <a:ea typeface="Aptos"/>
                <a:cs typeface="Aptos"/>
              </a:rPr>
              <a:t>Exact model determines</a:t>
            </a:r>
          </a:p>
          <a:p>
            <a:pPr>
              <a:defRPr sz="1725" b="0">
                <a:solidFill>
                  <a:srgbClr val="0E2841"/>
                </a:solidFill>
                <a:latin typeface="Aptos"/>
                <a:ea typeface="Aptos"/>
                <a:cs typeface="Aptos"/>
              </a:defRPr>
            </a:pPr>
            <a:r>
              <a:rPr sz="1725" b="0">
                <a:solidFill>
                  <a:srgbClr val="0E2841"/>
                </a:solidFill>
                <a:latin typeface="Aptos"/>
                <a:ea typeface="Aptos"/>
                <a:cs typeface="Aptos"/>
              </a:rPr>
              <a:t>which parameters it measures.</a:t>
            </a:r>
          </a:p>
        </p:txBody>
      </p:sp>
      <p:sp>
        <p:nvSpPr>
          <p:cNvPr id="9" name="Arrow: Right 8">
            <a:extLst>
              <a:ext uri="{FF2B5EF4-FFF2-40B4-BE49-F238E27FC236}">
                <a16:creationId xmlns:a16="http://schemas.microsoft.com/office/drawing/2014/main" id="{00000001-0009-4000-8000-000000000000}"/>
              </a:ext>
            </a:extLst>
          </p:cNvPr>
          <p:cNvSpPr>
            <a:spLocks noGrp="1"/>
          </p:cNvSpPr>
          <p:nvPr/>
        </p:nvSpPr>
        <p:spPr>
          <a:xfrm>
            <a:off x="3076575" y="2962275"/>
            <a:ext cx="304800" cy="190500"/>
          </a:xfrm>
          <a:prstGeom prst="rightArrow">
            <a:avLst/>
          </a:prstGeom>
          <a:solidFill>
            <a:srgbClr val="156082"/>
          </a:solidFill>
          <a:ln w="0">
            <a:noFill/>
          </a:ln>
        </p:spPr>
        <p:txBody>
          <a:bodyPr/>
          <a:lstStyle/>
          <a:p>
            <a:endParaRPr lang="en-SE"/>
          </a:p>
        </p:txBody>
      </p:sp>
      <p:sp>
        <p:nvSpPr>
          <p:cNvPr id="10" name="Rectangle 9">
            <a:extLst>
              <a:ext uri="{FF2B5EF4-FFF2-40B4-BE49-F238E27FC236}">
                <a16:creationId xmlns:a16="http://schemas.microsoft.com/office/drawing/2014/main" id="{00000001-000A-4000-8000-000000000000}"/>
              </a:ext>
            </a:extLst>
          </p:cNvPr>
          <p:cNvSpPr>
            <a:spLocks noGrp="1"/>
          </p:cNvSpPr>
          <p:nvPr/>
        </p:nvSpPr>
        <p:spPr>
          <a:xfrm>
            <a:off x="3467100" y="2362200"/>
            <a:ext cx="2381250" cy="1447800"/>
          </a:xfrm>
          <a:prstGeom prst="rect">
            <a:avLst/>
          </a:prstGeom>
          <a:solidFill>
            <a:srgbClr val="156082"/>
          </a:solidFill>
          <a:ln w="0">
            <a:noFill/>
          </a:ln>
        </p:spPr>
        <p:txBody>
          <a:bodyPr/>
          <a:lstStyle/>
          <a:p>
            <a:endParaRPr lang="en-SE"/>
          </a:p>
        </p:txBody>
      </p:sp>
      <p:sp>
        <p:nvSpPr>
          <p:cNvPr id="11" name="Rectangle 10">
            <a:extLst>
              <a:ext uri="{FF2B5EF4-FFF2-40B4-BE49-F238E27FC236}">
                <a16:creationId xmlns:a16="http://schemas.microsoft.com/office/drawing/2014/main" id="{00000001-000B-4000-8000-000000000000}"/>
              </a:ext>
            </a:extLst>
          </p:cNvPr>
          <p:cNvSpPr>
            <a:spLocks noGrp="1"/>
          </p:cNvSpPr>
          <p:nvPr/>
        </p:nvSpPr>
        <p:spPr>
          <a:xfrm>
            <a:off x="3638550" y="2514600"/>
            <a:ext cx="2038350" cy="381000"/>
          </a:xfrm>
          <a:prstGeom prst="rect">
            <a:avLst/>
          </a:prstGeom>
          <a:noFill/>
          <a:ln w="0">
            <a:noFill/>
          </a:ln>
        </p:spPr>
        <p:txBody>
          <a:bodyPr>
            <a:noAutofit/>
          </a:bodyPr>
          <a:lstStyle/>
          <a:p>
            <a:pPr>
              <a:defRPr sz="2025" b="1">
                <a:solidFill>
                  <a:srgbClr val="FFFFFF"/>
                </a:solidFill>
                <a:latin typeface="Aptos"/>
                <a:ea typeface="Aptos"/>
                <a:cs typeface="Aptos"/>
              </a:defRPr>
            </a:pPr>
            <a:r>
              <a:rPr sz="2025" b="1">
                <a:solidFill>
                  <a:srgbClr val="FFFFFF"/>
                </a:solidFill>
                <a:latin typeface="Aptos"/>
                <a:ea typeface="Aptos"/>
                <a:cs typeface="Aptos"/>
              </a:rPr>
              <a:t>UG65</a:t>
            </a:r>
          </a:p>
        </p:txBody>
      </p:sp>
      <p:sp>
        <p:nvSpPr>
          <p:cNvPr id="12" name="Rectangle 11">
            <a:extLst>
              <a:ext uri="{FF2B5EF4-FFF2-40B4-BE49-F238E27FC236}">
                <a16:creationId xmlns:a16="http://schemas.microsoft.com/office/drawing/2014/main" id="{00000001-000C-4000-8000-000000000000}"/>
              </a:ext>
            </a:extLst>
          </p:cNvPr>
          <p:cNvSpPr>
            <a:spLocks noGrp="1"/>
          </p:cNvSpPr>
          <p:nvPr/>
        </p:nvSpPr>
        <p:spPr>
          <a:xfrm>
            <a:off x="3638550" y="2962275"/>
            <a:ext cx="2038350" cy="781050"/>
          </a:xfrm>
          <a:prstGeom prst="rect">
            <a:avLst/>
          </a:prstGeom>
          <a:noFill/>
          <a:ln w="0">
            <a:noFill/>
          </a:ln>
        </p:spPr>
        <p:txBody>
          <a:bodyPr>
            <a:noAutofit/>
          </a:bodyPr>
          <a:lstStyle/>
          <a:p>
            <a:pPr>
              <a:defRPr sz="1650" b="0">
                <a:solidFill>
                  <a:srgbClr val="FFFFFF"/>
                </a:solidFill>
                <a:latin typeface="Aptos"/>
                <a:ea typeface="Aptos"/>
                <a:cs typeface="Aptos"/>
              </a:defRPr>
            </a:pPr>
            <a:r>
              <a:rPr sz="1650" b="0">
                <a:solidFill>
                  <a:srgbClr val="FFFFFF"/>
                </a:solidFill>
                <a:latin typeface="Aptos"/>
                <a:ea typeface="Aptos"/>
                <a:cs typeface="Aptos"/>
              </a:rPr>
              <a:t>Receives radio</a:t>
            </a:r>
          </a:p>
          <a:p>
            <a:pPr>
              <a:defRPr sz="1650" b="0">
                <a:solidFill>
                  <a:srgbClr val="FFFFFF"/>
                </a:solidFill>
                <a:latin typeface="Aptos"/>
                <a:ea typeface="Aptos"/>
                <a:cs typeface="Aptos"/>
              </a:defRPr>
            </a:pPr>
            <a:r>
              <a:rPr sz="1650" b="0">
                <a:solidFill>
                  <a:srgbClr val="FFFFFF"/>
                </a:solidFill>
                <a:latin typeface="Aptos"/>
                <a:ea typeface="Aptos"/>
                <a:cs typeface="Aptos"/>
              </a:rPr>
              <a:t>messages</a:t>
            </a:r>
          </a:p>
        </p:txBody>
      </p:sp>
      <p:sp>
        <p:nvSpPr>
          <p:cNvPr id="13" name="Rectangle 12">
            <a:extLst>
              <a:ext uri="{FF2B5EF4-FFF2-40B4-BE49-F238E27FC236}">
                <a16:creationId xmlns:a16="http://schemas.microsoft.com/office/drawing/2014/main" id="{00000001-000D-4000-8000-000000000000}"/>
              </a:ext>
            </a:extLst>
          </p:cNvPr>
          <p:cNvSpPr>
            <a:spLocks noGrp="1"/>
          </p:cNvSpPr>
          <p:nvPr/>
        </p:nvSpPr>
        <p:spPr>
          <a:xfrm>
            <a:off x="3467100" y="4057650"/>
            <a:ext cx="2381250" cy="952500"/>
          </a:xfrm>
          <a:prstGeom prst="rect">
            <a:avLst/>
          </a:prstGeom>
          <a:noFill/>
          <a:ln w="0">
            <a:noFill/>
          </a:ln>
        </p:spPr>
        <p:txBody>
          <a:bodyPr>
            <a:noAutofit/>
          </a:bodyPr>
          <a:lstStyle/>
          <a:p>
            <a:pPr>
              <a:defRPr sz="1725" b="0">
                <a:solidFill>
                  <a:srgbClr val="0E2841"/>
                </a:solidFill>
                <a:latin typeface="Aptos"/>
                <a:ea typeface="Aptos"/>
                <a:cs typeface="Aptos"/>
              </a:defRPr>
            </a:pPr>
            <a:r>
              <a:rPr sz="1725" b="0">
                <a:solidFill>
                  <a:srgbClr val="0E2841"/>
                </a:solidFill>
                <a:latin typeface="Aptos"/>
                <a:ea typeface="Aptos"/>
                <a:cs typeface="Aptos"/>
              </a:rPr>
              <a:t>Forwards sensor messages</a:t>
            </a:r>
          </a:p>
          <a:p>
            <a:pPr>
              <a:defRPr sz="1725" b="0">
                <a:solidFill>
                  <a:srgbClr val="0E2841"/>
                </a:solidFill>
                <a:latin typeface="Aptos"/>
                <a:ea typeface="Aptos"/>
                <a:cs typeface="Aptos"/>
              </a:defRPr>
            </a:pPr>
            <a:r>
              <a:rPr sz="1725" b="0">
                <a:solidFill>
                  <a:srgbClr val="0E2841"/>
                </a:solidFill>
                <a:latin typeface="Aptos"/>
                <a:ea typeface="Aptos"/>
                <a:cs typeface="Aptos"/>
              </a:rPr>
              <a:t>through its IP connection.</a:t>
            </a:r>
          </a:p>
        </p:txBody>
      </p:sp>
      <p:sp>
        <p:nvSpPr>
          <p:cNvPr id="14" name="Arrow: Right 13">
            <a:extLst>
              <a:ext uri="{FF2B5EF4-FFF2-40B4-BE49-F238E27FC236}">
                <a16:creationId xmlns:a16="http://schemas.microsoft.com/office/drawing/2014/main" id="{00000001-000E-4000-8000-000000000000}"/>
              </a:ext>
            </a:extLst>
          </p:cNvPr>
          <p:cNvSpPr>
            <a:spLocks noGrp="1"/>
          </p:cNvSpPr>
          <p:nvPr/>
        </p:nvSpPr>
        <p:spPr>
          <a:xfrm>
            <a:off x="5934075" y="2962275"/>
            <a:ext cx="304800" cy="190500"/>
          </a:xfrm>
          <a:prstGeom prst="rightArrow">
            <a:avLst/>
          </a:prstGeom>
          <a:solidFill>
            <a:srgbClr val="156082"/>
          </a:solidFill>
          <a:ln w="0">
            <a:noFill/>
          </a:ln>
        </p:spPr>
        <p:txBody>
          <a:bodyPr/>
          <a:lstStyle/>
          <a:p>
            <a:endParaRPr lang="en-SE"/>
          </a:p>
        </p:txBody>
      </p:sp>
      <p:sp>
        <p:nvSpPr>
          <p:cNvPr id="15" name="Rectangle 14">
            <a:extLst>
              <a:ext uri="{FF2B5EF4-FFF2-40B4-BE49-F238E27FC236}">
                <a16:creationId xmlns:a16="http://schemas.microsoft.com/office/drawing/2014/main" id="{00000001-000F-4000-8000-000000000000}"/>
              </a:ext>
            </a:extLst>
          </p:cNvPr>
          <p:cNvSpPr>
            <a:spLocks noGrp="1"/>
          </p:cNvSpPr>
          <p:nvPr/>
        </p:nvSpPr>
        <p:spPr>
          <a:xfrm>
            <a:off x="6324600" y="2362200"/>
            <a:ext cx="2381250" cy="1447800"/>
          </a:xfrm>
          <a:prstGeom prst="rect">
            <a:avLst/>
          </a:prstGeom>
          <a:solidFill>
            <a:srgbClr val="156082"/>
          </a:solidFill>
          <a:ln w="0">
            <a:noFill/>
          </a:ln>
        </p:spPr>
        <p:txBody>
          <a:bodyPr/>
          <a:lstStyle/>
          <a:p>
            <a:endParaRPr lang="en-SE"/>
          </a:p>
        </p:txBody>
      </p:sp>
      <p:sp>
        <p:nvSpPr>
          <p:cNvPr id="16" name="Rectangle 15">
            <a:extLst>
              <a:ext uri="{FF2B5EF4-FFF2-40B4-BE49-F238E27FC236}">
                <a16:creationId xmlns:a16="http://schemas.microsoft.com/office/drawing/2014/main" id="{00000001-0010-4000-8000-000000000000}"/>
              </a:ext>
            </a:extLst>
          </p:cNvPr>
          <p:cNvSpPr>
            <a:spLocks noGrp="1"/>
          </p:cNvSpPr>
          <p:nvPr/>
        </p:nvSpPr>
        <p:spPr>
          <a:xfrm>
            <a:off x="6496050" y="2514600"/>
            <a:ext cx="2038350" cy="381000"/>
          </a:xfrm>
          <a:prstGeom prst="rect">
            <a:avLst/>
          </a:prstGeom>
          <a:noFill/>
          <a:ln w="0">
            <a:noFill/>
          </a:ln>
        </p:spPr>
        <p:txBody>
          <a:bodyPr>
            <a:noAutofit/>
          </a:bodyPr>
          <a:lstStyle/>
          <a:p>
            <a:pPr>
              <a:defRPr sz="1650" b="1">
                <a:solidFill>
                  <a:srgbClr val="FFFFFF"/>
                </a:solidFill>
                <a:latin typeface="Aptos"/>
                <a:ea typeface="Aptos"/>
                <a:cs typeface="Aptos"/>
              </a:defRPr>
            </a:pPr>
            <a:r>
              <a:rPr lang="nl-BE" sz="1650" b="1">
                <a:solidFill>
                  <a:srgbClr val="FFFFFF"/>
                </a:solidFill>
                <a:latin typeface="Aptos"/>
                <a:ea typeface="Aptos"/>
                <a:cs typeface="Aptos"/>
              </a:rPr>
              <a:t>Network server</a:t>
            </a:r>
          </a:p>
        </p:txBody>
      </p:sp>
      <p:sp>
        <p:nvSpPr>
          <p:cNvPr id="17" name="Rectangle 16">
            <a:extLst>
              <a:ext uri="{FF2B5EF4-FFF2-40B4-BE49-F238E27FC236}">
                <a16:creationId xmlns:a16="http://schemas.microsoft.com/office/drawing/2014/main" id="{00000001-0011-4000-8000-000000000000}"/>
              </a:ext>
            </a:extLst>
          </p:cNvPr>
          <p:cNvSpPr>
            <a:spLocks noGrp="1"/>
          </p:cNvSpPr>
          <p:nvPr/>
        </p:nvSpPr>
        <p:spPr>
          <a:xfrm>
            <a:off x="6496050" y="2962275"/>
            <a:ext cx="2038350" cy="781050"/>
          </a:xfrm>
          <a:prstGeom prst="rect">
            <a:avLst/>
          </a:prstGeom>
          <a:noFill/>
          <a:ln w="0">
            <a:noFill/>
          </a:ln>
        </p:spPr>
        <p:txBody>
          <a:bodyPr>
            <a:noAutofit/>
          </a:bodyPr>
          <a:lstStyle/>
          <a:p>
            <a:pPr>
              <a:defRPr sz="1650" b="0">
                <a:solidFill>
                  <a:srgbClr val="FFFFFF"/>
                </a:solidFill>
                <a:latin typeface="Aptos"/>
                <a:ea typeface="Aptos"/>
                <a:cs typeface="Aptos"/>
              </a:defRPr>
            </a:pPr>
            <a:r>
              <a:rPr lang="nl-BE" sz="1650" b="0">
                <a:solidFill>
                  <a:srgbClr val="FFFFFF"/>
                </a:solidFill>
                <a:latin typeface="Aptos"/>
                <a:ea typeface="Aptos"/>
                <a:cs typeface="Aptos"/>
              </a:rPr>
              <a:t>Sessions </a:t>
            </a:r>
            <a:r>
              <a:rPr sz="1650" b="0">
                <a:solidFill>
                  <a:srgbClr val="FFFFFF"/>
                </a:solidFill>
                <a:latin typeface="Aptos"/>
                <a:ea typeface="Aptos"/>
                <a:cs typeface="Aptos"/>
              </a:rPr>
              <a:t>and</a:t>
            </a:r>
            <a:endParaRPr lang="nl-BE" sz="1650" b="0">
              <a:solidFill>
                <a:srgbClr val="FFFFFF"/>
              </a:solidFill>
              <a:latin typeface="Aptos"/>
              <a:ea typeface="Aptos"/>
              <a:cs typeface="Aptos"/>
            </a:endParaRPr>
          </a:p>
          <a:p>
            <a:pPr>
              <a:defRPr sz="1650" b="0">
                <a:solidFill>
                  <a:srgbClr val="FFFFFF"/>
                </a:solidFill>
                <a:latin typeface="Aptos"/>
                <a:ea typeface="Aptos"/>
                <a:cs typeface="Aptos"/>
              </a:defRPr>
            </a:pPr>
            <a:r>
              <a:rPr lang="nl-BE" sz="1650" b="0">
                <a:solidFill>
                  <a:srgbClr val="FFFFFF"/>
                </a:solidFill>
                <a:latin typeface="Aptos"/>
                <a:ea typeface="Aptos"/>
                <a:cs typeface="Aptos"/>
              </a:rPr>
              <a:t>message routing</a:t>
            </a:r>
            <a:endParaRPr sz="1650" b="0">
              <a:solidFill>
                <a:srgbClr val="FFFFFF"/>
              </a:solidFill>
              <a:latin typeface="Aptos"/>
              <a:ea typeface="Aptos"/>
              <a:cs typeface="Aptos"/>
            </a:endParaRPr>
          </a:p>
        </p:txBody>
      </p:sp>
      <p:sp>
        <p:nvSpPr>
          <p:cNvPr id="18" name="Rectangle 17">
            <a:extLst>
              <a:ext uri="{FF2B5EF4-FFF2-40B4-BE49-F238E27FC236}">
                <a16:creationId xmlns:a16="http://schemas.microsoft.com/office/drawing/2014/main" id="{00000001-0012-4000-8000-000000000000}"/>
              </a:ext>
            </a:extLst>
          </p:cNvPr>
          <p:cNvSpPr>
            <a:spLocks noGrp="1"/>
          </p:cNvSpPr>
          <p:nvPr/>
        </p:nvSpPr>
        <p:spPr>
          <a:xfrm>
            <a:off x="6324600" y="4057650"/>
            <a:ext cx="2381250" cy="952500"/>
          </a:xfrm>
          <a:prstGeom prst="rect">
            <a:avLst/>
          </a:prstGeom>
          <a:noFill/>
          <a:ln w="0">
            <a:noFill/>
          </a:ln>
        </p:spPr>
        <p:txBody>
          <a:bodyPr>
            <a:noAutofit/>
          </a:bodyPr>
          <a:lstStyle/>
          <a:p>
            <a:pPr>
              <a:defRPr sz="1725" b="0">
                <a:solidFill>
                  <a:srgbClr val="0E2841"/>
                </a:solidFill>
                <a:latin typeface="Aptos"/>
                <a:ea typeface="Aptos"/>
                <a:cs typeface="Aptos"/>
              </a:defRPr>
            </a:pPr>
            <a:r>
              <a:rPr sz="1725" b="0">
                <a:solidFill>
                  <a:srgbClr val="0E2841"/>
                </a:solidFill>
                <a:latin typeface="Aptos"/>
                <a:ea typeface="Aptos"/>
                <a:cs typeface="Aptos"/>
              </a:rPr>
              <a:t>Controls joining and routes</a:t>
            </a:r>
          </a:p>
          <a:p>
            <a:pPr>
              <a:defRPr sz="1725" b="0">
                <a:solidFill>
                  <a:srgbClr val="0E2841"/>
                </a:solidFill>
                <a:latin typeface="Aptos"/>
                <a:ea typeface="Aptos"/>
                <a:cs typeface="Aptos"/>
              </a:defRPr>
            </a:pPr>
            <a:r>
              <a:rPr sz="1725" b="0">
                <a:solidFill>
                  <a:srgbClr val="0E2841"/>
                </a:solidFill>
                <a:latin typeface="Aptos"/>
                <a:ea typeface="Aptos"/>
                <a:cs typeface="Aptos"/>
              </a:rPr>
              <a:t>uplinks to an integration.</a:t>
            </a:r>
          </a:p>
        </p:txBody>
      </p:sp>
      <p:sp>
        <p:nvSpPr>
          <p:cNvPr id="19" name="Arrow: Right 18">
            <a:extLst>
              <a:ext uri="{FF2B5EF4-FFF2-40B4-BE49-F238E27FC236}">
                <a16:creationId xmlns:a16="http://schemas.microsoft.com/office/drawing/2014/main" id="{00000001-0013-4000-8000-000000000000}"/>
              </a:ext>
            </a:extLst>
          </p:cNvPr>
          <p:cNvSpPr>
            <a:spLocks noGrp="1"/>
          </p:cNvSpPr>
          <p:nvPr/>
        </p:nvSpPr>
        <p:spPr>
          <a:xfrm>
            <a:off x="8791575" y="2962275"/>
            <a:ext cx="304800" cy="190500"/>
          </a:xfrm>
          <a:prstGeom prst="rightArrow">
            <a:avLst/>
          </a:prstGeom>
          <a:solidFill>
            <a:srgbClr val="156082"/>
          </a:solidFill>
          <a:ln w="0">
            <a:noFill/>
          </a:ln>
        </p:spPr>
        <p:txBody>
          <a:bodyPr/>
          <a:lstStyle/>
          <a:p>
            <a:endParaRPr lang="en-SE"/>
          </a:p>
        </p:txBody>
      </p:sp>
      <p:sp>
        <p:nvSpPr>
          <p:cNvPr id="20" name="Rectangle 19">
            <a:extLst>
              <a:ext uri="{FF2B5EF4-FFF2-40B4-BE49-F238E27FC236}">
                <a16:creationId xmlns:a16="http://schemas.microsoft.com/office/drawing/2014/main" id="{00000001-0014-4000-8000-000000000000}"/>
              </a:ext>
            </a:extLst>
          </p:cNvPr>
          <p:cNvSpPr>
            <a:spLocks noGrp="1"/>
          </p:cNvSpPr>
          <p:nvPr/>
        </p:nvSpPr>
        <p:spPr>
          <a:xfrm>
            <a:off x="9182100" y="2362200"/>
            <a:ext cx="2381250" cy="1447800"/>
          </a:xfrm>
          <a:prstGeom prst="rect">
            <a:avLst/>
          </a:prstGeom>
          <a:solidFill>
            <a:srgbClr val="196B24"/>
          </a:solidFill>
          <a:ln w="0">
            <a:noFill/>
          </a:ln>
        </p:spPr>
        <p:txBody>
          <a:bodyPr/>
          <a:lstStyle/>
          <a:p>
            <a:endParaRPr lang="en-SE"/>
          </a:p>
        </p:txBody>
      </p:sp>
      <p:sp>
        <p:nvSpPr>
          <p:cNvPr id="21" name="Rectangle 20">
            <a:extLst>
              <a:ext uri="{FF2B5EF4-FFF2-40B4-BE49-F238E27FC236}">
                <a16:creationId xmlns:a16="http://schemas.microsoft.com/office/drawing/2014/main" id="{00000001-0015-4000-8000-000000000000}"/>
              </a:ext>
            </a:extLst>
          </p:cNvPr>
          <p:cNvSpPr>
            <a:spLocks noGrp="1"/>
          </p:cNvSpPr>
          <p:nvPr/>
        </p:nvSpPr>
        <p:spPr>
          <a:xfrm>
            <a:off x="9353550" y="2514600"/>
            <a:ext cx="2038350" cy="381000"/>
          </a:xfrm>
          <a:prstGeom prst="rect">
            <a:avLst/>
          </a:prstGeom>
          <a:noFill/>
          <a:ln w="0">
            <a:noFill/>
          </a:ln>
        </p:spPr>
        <p:txBody>
          <a:bodyPr>
            <a:noAutofit/>
          </a:bodyPr>
          <a:lstStyle/>
          <a:p>
            <a:pPr>
              <a:defRPr sz="2025" b="1">
                <a:solidFill>
                  <a:srgbClr val="FFFFFF"/>
                </a:solidFill>
                <a:latin typeface="Aptos"/>
                <a:ea typeface="Aptos"/>
                <a:cs typeface="Aptos"/>
              </a:defRPr>
            </a:pPr>
            <a:r>
              <a:rPr sz="2025" b="1">
                <a:solidFill>
                  <a:srgbClr val="FFFFFF"/>
                </a:solidFill>
                <a:latin typeface="Aptos"/>
                <a:ea typeface="Aptos"/>
                <a:cs typeface="Aptos"/>
              </a:rPr>
              <a:t>Cloud / app</a:t>
            </a:r>
          </a:p>
        </p:txBody>
      </p:sp>
      <p:sp>
        <p:nvSpPr>
          <p:cNvPr id="22" name="Rectangle 21">
            <a:extLst>
              <a:ext uri="{FF2B5EF4-FFF2-40B4-BE49-F238E27FC236}">
                <a16:creationId xmlns:a16="http://schemas.microsoft.com/office/drawing/2014/main" id="{00000001-0016-4000-8000-000000000000}"/>
              </a:ext>
            </a:extLst>
          </p:cNvPr>
          <p:cNvSpPr>
            <a:spLocks noGrp="1"/>
          </p:cNvSpPr>
          <p:nvPr/>
        </p:nvSpPr>
        <p:spPr>
          <a:xfrm>
            <a:off x="9353550" y="2962275"/>
            <a:ext cx="2038350" cy="781050"/>
          </a:xfrm>
          <a:prstGeom prst="rect">
            <a:avLst/>
          </a:prstGeom>
          <a:noFill/>
          <a:ln w="0">
            <a:noFill/>
          </a:ln>
        </p:spPr>
        <p:txBody>
          <a:bodyPr>
            <a:noAutofit/>
          </a:bodyPr>
          <a:lstStyle/>
          <a:p>
            <a:pPr>
              <a:defRPr sz="1650" b="0">
                <a:solidFill>
                  <a:srgbClr val="FFFFFF"/>
                </a:solidFill>
                <a:latin typeface="Aptos"/>
                <a:ea typeface="Aptos"/>
                <a:cs typeface="Aptos"/>
              </a:defRPr>
            </a:pPr>
            <a:r>
              <a:rPr sz="1650" b="0">
                <a:solidFill>
                  <a:srgbClr val="FFFFFF"/>
                </a:solidFill>
                <a:latin typeface="Aptos"/>
                <a:ea typeface="Aptos"/>
                <a:cs typeface="Aptos"/>
              </a:rPr>
              <a:t>Uses the sensor</a:t>
            </a:r>
          </a:p>
          <a:p>
            <a:pPr>
              <a:defRPr sz="1650" b="0">
                <a:solidFill>
                  <a:srgbClr val="FFFFFF"/>
                </a:solidFill>
                <a:latin typeface="Aptos"/>
                <a:ea typeface="Aptos"/>
                <a:cs typeface="Aptos"/>
              </a:defRPr>
            </a:pPr>
            <a:r>
              <a:rPr sz="1650" b="0">
                <a:solidFill>
                  <a:srgbClr val="FFFFFF"/>
                </a:solidFill>
                <a:latin typeface="Aptos"/>
                <a:ea typeface="Aptos"/>
                <a:cs typeface="Aptos"/>
              </a:rPr>
              <a:t>readings</a:t>
            </a:r>
          </a:p>
        </p:txBody>
      </p:sp>
      <p:sp>
        <p:nvSpPr>
          <p:cNvPr id="23" name="Rectangle 22">
            <a:extLst>
              <a:ext uri="{FF2B5EF4-FFF2-40B4-BE49-F238E27FC236}">
                <a16:creationId xmlns:a16="http://schemas.microsoft.com/office/drawing/2014/main" id="{00000001-0017-4000-8000-000000000000}"/>
              </a:ext>
            </a:extLst>
          </p:cNvPr>
          <p:cNvSpPr>
            <a:spLocks noGrp="1"/>
          </p:cNvSpPr>
          <p:nvPr/>
        </p:nvSpPr>
        <p:spPr>
          <a:xfrm>
            <a:off x="9182100" y="4057650"/>
            <a:ext cx="2381250" cy="952500"/>
          </a:xfrm>
          <a:prstGeom prst="rect">
            <a:avLst/>
          </a:prstGeom>
          <a:noFill/>
          <a:ln w="0">
            <a:noFill/>
          </a:ln>
        </p:spPr>
        <p:txBody>
          <a:bodyPr>
            <a:noAutofit/>
          </a:bodyPr>
          <a:lstStyle/>
          <a:p>
            <a:pPr>
              <a:defRPr sz="1725" b="0">
                <a:solidFill>
                  <a:srgbClr val="0E2841"/>
                </a:solidFill>
                <a:latin typeface="Aptos"/>
                <a:ea typeface="Aptos"/>
                <a:cs typeface="Aptos"/>
              </a:defRPr>
            </a:pPr>
            <a:r>
              <a:rPr sz="1725" b="0">
                <a:solidFill>
                  <a:srgbClr val="0E2841"/>
                </a:solidFill>
                <a:latin typeface="Aptos"/>
                <a:ea typeface="Aptos"/>
                <a:cs typeface="Aptos"/>
              </a:rPr>
              <a:t>Decodes, stores or displays</a:t>
            </a:r>
          </a:p>
          <a:p>
            <a:pPr>
              <a:defRPr sz="1725" b="0">
                <a:solidFill>
                  <a:srgbClr val="0E2841"/>
                </a:solidFill>
                <a:latin typeface="Aptos"/>
                <a:ea typeface="Aptos"/>
                <a:cs typeface="Aptos"/>
              </a:defRPr>
            </a:pPr>
            <a:r>
              <a:rPr sz="1725" b="0">
                <a:solidFill>
                  <a:srgbClr val="0E2841"/>
                </a:solidFill>
                <a:latin typeface="Aptos"/>
                <a:ea typeface="Aptos"/>
                <a:cs typeface="Aptos"/>
              </a:rPr>
              <a:t>data, depending on platform.</a:t>
            </a:r>
          </a:p>
        </p:txBody>
      </p:sp>
      <p:sp>
        <p:nvSpPr>
          <p:cNvPr id="24" name="Rectangle 23">
            <a:extLst>
              <a:ext uri="{FF2B5EF4-FFF2-40B4-BE49-F238E27FC236}">
                <a16:creationId xmlns:a16="http://schemas.microsoft.com/office/drawing/2014/main" id="{00000001-0018-4000-8000-000000000000}"/>
              </a:ext>
            </a:extLst>
          </p:cNvPr>
          <p:cNvSpPr>
            <a:spLocks noGrp="1"/>
          </p:cNvSpPr>
          <p:nvPr/>
        </p:nvSpPr>
        <p:spPr>
          <a:xfrm>
            <a:off x="2647950" y="1895475"/>
            <a:ext cx="2000250" cy="323850"/>
          </a:xfrm>
          <a:prstGeom prst="rect">
            <a:avLst/>
          </a:prstGeom>
          <a:noFill/>
          <a:ln w="0">
            <a:noFill/>
          </a:ln>
        </p:spPr>
        <p:txBody>
          <a:bodyPr>
            <a:noAutofit/>
          </a:bodyPr>
          <a:lstStyle/>
          <a:p>
            <a:pPr>
              <a:defRPr sz="1575" b="1">
                <a:solidFill>
                  <a:srgbClr val="156082"/>
                </a:solidFill>
                <a:latin typeface="Aptos"/>
                <a:ea typeface="Aptos"/>
                <a:cs typeface="Aptos"/>
              </a:defRPr>
            </a:pPr>
            <a:r>
              <a:rPr sz="1575" b="1">
                <a:solidFill>
                  <a:srgbClr val="156082"/>
                </a:solidFill>
                <a:latin typeface="Aptos"/>
                <a:ea typeface="Aptos"/>
                <a:cs typeface="Aptos"/>
              </a:rPr>
              <a:t>LoRaWAN radio</a:t>
            </a:r>
          </a:p>
        </p:txBody>
      </p:sp>
      <p:sp>
        <p:nvSpPr>
          <p:cNvPr id="25" name="Rectangle 24">
            <a:extLst>
              <a:ext uri="{FF2B5EF4-FFF2-40B4-BE49-F238E27FC236}">
                <a16:creationId xmlns:a16="http://schemas.microsoft.com/office/drawing/2014/main" id="{00000001-0019-4000-8000-000000000000}"/>
              </a:ext>
            </a:extLst>
          </p:cNvPr>
          <p:cNvSpPr>
            <a:spLocks noGrp="1"/>
          </p:cNvSpPr>
          <p:nvPr/>
        </p:nvSpPr>
        <p:spPr>
          <a:xfrm>
            <a:off x="5657850" y="1895475"/>
            <a:ext cx="1762125" cy="323850"/>
          </a:xfrm>
          <a:prstGeom prst="rect">
            <a:avLst/>
          </a:prstGeom>
          <a:noFill/>
          <a:ln w="0">
            <a:noFill/>
          </a:ln>
        </p:spPr>
        <p:txBody>
          <a:bodyPr>
            <a:noAutofit/>
          </a:bodyPr>
          <a:lstStyle/>
          <a:p>
            <a:pPr>
              <a:defRPr sz="1575" b="1">
                <a:solidFill>
                  <a:srgbClr val="156082"/>
                </a:solidFill>
                <a:latin typeface="Aptos"/>
                <a:ea typeface="Aptos"/>
                <a:cs typeface="Aptos"/>
              </a:defRPr>
            </a:pPr>
            <a:r>
              <a:rPr sz="1575" b="1">
                <a:solidFill>
                  <a:srgbClr val="156082"/>
                </a:solidFill>
                <a:latin typeface="Aptos"/>
                <a:ea typeface="Aptos"/>
                <a:cs typeface="Aptos"/>
              </a:rPr>
              <a:t>IP backhaul</a:t>
            </a:r>
          </a:p>
        </p:txBody>
      </p:sp>
      <p:sp>
        <p:nvSpPr>
          <p:cNvPr id="26" name="Rectangle 25">
            <a:extLst>
              <a:ext uri="{FF2B5EF4-FFF2-40B4-BE49-F238E27FC236}">
                <a16:creationId xmlns:a16="http://schemas.microsoft.com/office/drawing/2014/main" id="{00000001-001A-4000-8000-000000000000}"/>
              </a:ext>
            </a:extLst>
          </p:cNvPr>
          <p:cNvSpPr>
            <a:spLocks noGrp="1"/>
          </p:cNvSpPr>
          <p:nvPr/>
        </p:nvSpPr>
        <p:spPr>
          <a:xfrm>
            <a:off x="8553450" y="1895475"/>
            <a:ext cx="1714500" cy="323850"/>
          </a:xfrm>
          <a:prstGeom prst="rect">
            <a:avLst/>
          </a:prstGeom>
          <a:noFill/>
          <a:ln w="0">
            <a:noFill/>
          </a:ln>
        </p:spPr>
        <p:txBody>
          <a:bodyPr>
            <a:noAutofit/>
          </a:bodyPr>
          <a:lstStyle/>
          <a:p>
            <a:pPr>
              <a:defRPr sz="1575" b="1">
                <a:solidFill>
                  <a:srgbClr val="156082"/>
                </a:solidFill>
                <a:latin typeface="Aptos"/>
                <a:ea typeface="Aptos"/>
                <a:cs typeface="Aptos"/>
              </a:defRPr>
            </a:pPr>
            <a:r>
              <a:rPr sz="1575" b="1">
                <a:solidFill>
                  <a:srgbClr val="156082"/>
                </a:solidFill>
                <a:latin typeface="Aptos"/>
                <a:ea typeface="Aptos"/>
                <a:cs typeface="Aptos"/>
              </a:rPr>
              <a:t>Integration</a:t>
            </a:r>
          </a:p>
        </p:txBody>
      </p:sp>
      <p:sp>
        <p:nvSpPr>
          <p:cNvPr id="27" name="Rectangle 26">
            <a:extLst>
              <a:ext uri="{FF2B5EF4-FFF2-40B4-BE49-F238E27FC236}">
                <a16:creationId xmlns:a16="http://schemas.microsoft.com/office/drawing/2014/main" id="{00000001-001B-4000-8000-000000000000}"/>
              </a:ext>
            </a:extLst>
          </p:cNvPr>
          <p:cNvSpPr>
            <a:spLocks noGrp="1"/>
          </p:cNvSpPr>
          <p:nvPr/>
        </p:nvSpPr>
        <p:spPr>
          <a:xfrm>
            <a:off x="609600" y="5314950"/>
            <a:ext cx="1714500" cy="666750"/>
          </a:xfrm>
          <a:prstGeom prst="rect">
            <a:avLst/>
          </a:prstGeom>
          <a:noFill/>
          <a:ln w="0">
            <a:noFill/>
          </a:ln>
        </p:spPr>
        <p:txBody>
          <a:bodyPr>
            <a:noAutofit/>
          </a:bodyPr>
          <a:lstStyle/>
          <a:p>
            <a:pPr>
              <a:defRPr sz="1875" b="1">
                <a:solidFill>
                  <a:srgbClr val="156082"/>
                </a:solidFill>
                <a:latin typeface="Aptos"/>
                <a:ea typeface="Aptos"/>
                <a:cs typeface="Aptos"/>
              </a:defRPr>
            </a:pPr>
            <a:r>
              <a:rPr sz="1875" b="1">
                <a:solidFill>
                  <a:srgbClr val="156082"/>
                </a:solidFill>
                <a:latin typeface="Aptos"/>
                <a:ea typeface="Aptos"/>
                <a:cs typeface="Aptos"/>
              </a:rPr>
              <a:t>Model check</a:t>
            </a:r>
          </a:p>
        </p:txBody>
      </p:sp>
      <p:sp>
        <p:nvSpPr>
          <p:cNvPr id="28" name="Rectangle 27">
            <a:extLst>
              <a:ext uri="{FF2B5EF4-FFF2-40B4-BE49-F238E27FC236}">
                <a16:creationId xmlns:a16="http://schemas.microsoft.com/office/drawing/2014/main" id="{00000001-001C-4000-8000-000000000000}"/>
              </a:ext>
            </a:extLst>
          </p:cNvPr>
          <p:cNvSpPr>
            <a:spLocks noGrp="1"/>
          </p:cNvSpPr>
          <p:nvPr/>
        </p:nvSpPr>
        <p:spPr>
          <a:xfrm>
            <a:off x="2381250" y="5276850"/>
            <a:ext cx="9048750" cy="685800"/>
          </a:xfrm>
          <a:prstGeom prst="rect">
            <a:avLst/>
          </a:prstGeom>
          <a:noFill/>
          <a:ln w="0">
            <a:noFill/>
          </a:ln>
        </p:spPr>
        <p:txBody>
          <a:bodyPr>
            <a:noAutofit/>
          </a:bodyPr>
          <a:lstStyle/>
          <a:p>
            <a:pPr>
              <a:defRPr sz="1800" b="0">
                <a:solidFill>
                  <a:srgbClr val="0E2841"/>
                </a:solidFill>
                <a:latin typeface="Aptos"/>
                <a:ea typeface="Aptos"/>
                <a:cs typeface="Aptos"/>
              </a:defRPr>
            </a:pPr>
            <a:r>
              <a:rPr sz="1800" b="0">
                <a:solidFill>
                  <a:srgbClr val="0E2841"/>
                </a:solidFill>
                <a:latin typeface="Aptos"/>
                <a:ea typeface="Aptos"/>
                <a:cs typeface="Aptos"/>
              </a:rPr>
              <a:t>AM304L, AM305L, AM307, AM308/AM308L and AM319 can measure different parameters. Confirm the unit label and matching guide.</a:t>
            </a:r>
          </a:p>
        </p:txBody>
      </p:sp>
    </p:spTree>
    <p:extLst>
      <p:ext uri="{BB962C8B-B14F-4D97-AF65-F5344CB8AC3E}">
        <p14:creationId xmlns:p14="http://schemas.microsoft.com/office/powerpoint/2010/main" val="100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04088" y="493776"/>
            <a:ext cx="10789920" cy="496290"/>
          </a:xfrm>
          <a:prstGeom prst="rect">
            <a:avLst/>
          </a:prstGeom>
          <a:noFill/>
        </p:spPr>
        <p:txBody>
          <a:bodyPr wrap="square" lIns="27432" tIns="0" rIns="27432" bIns="0">
            <a:spAutoFit/>
          </a:bodyPr>
          <a:lstStyle/>
          <a:p>
            <a:pPr>
              <a:spcAft>
                <a:spcPts val="200"/>
              </a:spcAft>
              <a:defRPr sz="3225" b="1">
                <a:solidFill>
                  <a:srgbClr val="0E2841"/>
                </a:solidFill>
                <a:latin typeface="Aptos"/>
              </a:defRPr>
            </a:pPr>
            <a:r>
              <a:rPr dirty="0"/>
              <a:t>Frontend dashboard and system flow</a:t>
            </a:r>
          </a:p>
        </p:txBody>
      </p:sp>
      <p:sp>
        <p:nvSpPr>
          <p:cNvPr id="3" name="TextBox 2"/>
          <p:cNvSpPr txBox="1"/>
          <p:nvPr/>
        </p:nvSpPr>
        <p:spPr>
          <a:xfrm>
            <a:off x="704088" y="1188720"/>
            <a:ext cx="10789920" cy="594360"/>
          </a:xfrm>
          <a:prstGeom prst="rect">
            <a:avLst/>
          </a:prstGeom>
          <a:noFill/>
        </p:spPr>
        <p:txBody>
          <a:bodyPr wrap="square" lIns="27432" tIns="0" rIns="27432" bIns="0">
            <a:spAutoFit/>
          </a:bodyPr>
          <a:lstStyle/>
          <a:p>
            <a:pPr>
              <a:spcAft>
                <a:spcPts val="200"/>
              </a:spcAft>
              <a:defRPr sz="2025" b="0">
                <a:solidFill>
                  <a:srgbClr val="0E2841"/>
                </a:solidFill>
                <a:latin typeface="Aptos"/>
              </a:defRPr>
            </a:pPr>
            <a:r>
              <a:t>Presents current readings, historical charts and alerts to users.</a:t>
            </a:r>
          </a:p>
        </p:txBody>
      </p:sp>
      <p:sp>
        <p:nvSpPr>
          <p:cNvPr id="4" name="TextBox 3"/>
          <p:cNvSpPr txBox="1"/>
          <p:nvPr/>
        </p:nvSpPr>
        <p:spPr>
          <a:xfrm>
            <a:off x="704088" y="6382512"/>
            <a:ext cx="9144000" cy="228600"/>
          </a:xfrm>
          <a:prstGeom prst="rect">
            <a:avLst/>
          </a:prstGeom>
          <a:noFill/>
        </p:spPr>
        <p:txBody>
          <a:bodyPr wrap="square" lIns="27432" tIns="0" rIns="27432" bIns="0">
            <a:spAutoFit/>
          </a:bodyPr>
          <a:lstStyle/>
          <a:p>
            <a:pPr>
              <a:spcAft>
                <a:spcPts val="200"/>
              </a:spcAft>
              <a:defRPr sz="1200" b="0">
                <a:solidFill>
                  <a:srgbClr val="156082"/>
                </a:solidFill>
                <a:latin typeface="Aptos"/>
              </a:defRPr>
            </a:pPr>
            <a:r>
              <a:t>AM300 SENSOR + UG65 GATEWAY</a:t>
            </a:r>
          </a:p>
        </p:txBody>
      </p:sp>
      <p:sp>
        <p:nvSpPr>
          <p:cNvPr id="5" name="TextBox 4"/>
          <p:cNvSpPr txBox="1"/>
          <p:nvPr/>
        </p:nvSpPr>
        <p:spPr>
          <a:xfrm>
            <a:off x="11109960" y="6327648"/>
            <a:ext cx="457200" cy="253916"/>
          </a:xfrm>
          <a:prstGeom prst="rect">
            <a:avLst/>
          </a:prstGeom>
          <a:noFill/>
        </p:spPr>
        <p:txBody>
          <a:bodyPr wrap="square" lIns="27432" tIns="0" rIns="27432" bIns="0">
            <a:spAutoFit/>
          </a:bodyPr>
          <a:lstStyle/>
          <a:p>
            <a:pPr>
              <a:spcAft>
                <a:spcPts val="200"/>
              </a:spcAft>
              <a:defRPr sz="1650" b="0">
                <a:solidFill>
                  <a:srgbClr val="156082"/>
                </a:solidFill>
                <a:latin typeface="Aptos"/>
              </a:defRPr>
            </a:pPr>
            <a:r>
              <a:rPr dirty="0"/>
              <a:t>0</a:t>
            </a:r>
            <a:r>
              <a:rPr lang="en-US" dirty="0"/>
              <a:t>2</a:t>
            </a:r>
            <a:endParaRPr dirty="0"/>
          </a:p>
        </p:txBody>
      </p:sp>
      <p:sp>
        <p:nvSpPr>
          <p:cNvPr id="6" name="Rectangle 5"/>
          <p:cNvSpPr/>
          <p:nvPr/>
        </p:nvSpPr>
        <p:spPr>
          <a:xfrm>
            <a:off x="704088" y="1938528"/>
            <a:ext cx="2148840" cy="9601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2048256"/>
            <a:ext cx="1874520" cy="292608"/>
          </a:xfrm>
          <a:prstGeom prst="rect">
            <a:avLst/>
          </a:prstGeom>
          <a:noFill/>
        </p:spPr>
        <p:txBody>
          <a:bodyPr wrap="square" lIns="27432" tIns="0" rIns="27432" bIns="0">
            <a:spAutoFit/>
          </a:bodyPr>
          <a:lstStyle/>
          <a:p>
            <a:pPr>
              <a:spcAft>
                <a:spcPts val="200"/>
              </a:spcAft>
              <a:defRPr sz="1600" b="1">
                <a:solidFill>
                  <a:srgbClr val="FFFFFF"/>
                </a:solidFill>
                <a:latin typeface="Aptos"/>
              </a:defRPr>
            </a:pPr>
            <a:r>
              <a:t>AM304L sensor</a:t>
            </a:r>
          </a:p>
        </p:txBody>
      </p:sp>
      <p:sp>
        <p:nvSpPr>
          <p:cNvPr id="8" name="TextBox 7"/>
          <p:cNvSpPr txBox="1"/>
          <p:nvPr/>
        </p:nvSpPr>
        <p:spPr>
          <a:xfrm>
            <a:off x="841248" y="2441448"/>
            <a:ext cx="1874520" cy="429768"/>
          </a:xfrm>
          <a:prstGeom prst="rect">
            <a:avLst/>
          </a:prstGeom>
          <a:noFill/>
        </p:spPr>
        <p:txBody>
          <a:bodyPr wrap="square" lIns="27432" tIns="0" rIns="27432" bIns="0">
            <a:spAutoFit/>
          </a:bodyPr>
          <a:lstStyle/>
          <a:p>
            <a:pPr>
              <a:spcAft>
                <a:spcPts val="200"/>
              </a:spcAft>
              <a:defRPr sz="1500" b="0">
                <a:solidFill>
                  <a:srgbClr val="FFFFFF"/>
                </a:solidFill>
                <a:latin typeface="Aptos"/>
              </a:defRPr>
            </a:pPr>
            <a:r>
              <a:t>Measures indoor conditions</a:t>
            </a:r>
          </a:p>
        </p:txBody>
      </p:sp>
      <p:sp>
        <p:nvSpPr>
          <p:cNvPr id="9" name="Rectangle 8"/>
          <p:cNvSpPr/>
          <p:nvPr/>
        </p:nvSpPr>
        <p:spPr>
          <a:xfrm>
            <a:off x="3337560" y="1938528"/>
            <a:ext cx="2148840" cy="9601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4720" y="2048256"/>
            <a:ext cx="1874520" cy="292608"/>
          </a:xfrm>
          <a:prstGeom prst="rect">
            <a:avLst/>
          </a:prstGeom>
          <a:noFill/>
        </p:spPr>
        <p:txBody>
          <a:bodyPr wrap="square" lIns="27432" tIns="0" rIns="27432" bIns="0">
            <a:spAutoFit/>
          </a:bodyPr>
          <a:lstStyle/>
          <a:p>
            <a:pPr>
              <a:spcAft>
                <a:spcPts val="200"/>
              </a:spcAft>
              <a:defRPr sz="1600" b="1">
                <a:solidFill>
                  <a:srgbClr val="FFFFFF"/>
                </a:solidFill>
                <a:latin typeface="Aptos"/>
              </a:defRPr>
            </a:pPr>
            <a:r>
              <a:t>UG65 gateway</a:t>
            </a:r>
          </a:p>
        </p:txBody>
      </p:sp>
      <p:sp>
        <p:nvSpPr>
          <p:cNvPr id="11" name="TextBox 10"/>
          <p:cNvSpPr txBox="1"/>
          <p:nvPr/>
        </p:nvSpPr>
        <p:spPr>
          <a:xfrm>
            <a:off x="3474720" y="2441448"/>
            <a:ext cx="1874520" cy="429768"/>
          </a:xfrm>
          <a:prstGeom prst="rect">
            <a:avLst/>
          </a:prstGeom>
          <a:noFill/>
        </p:spPr>
        <p:txBody>
          <a:bodyPr wrap="square" lIns="27432" tIns="0" rIns="27432" bIns="0">
            <a:spAutoFit/>
          </a:bodyPr>
          <a:lstStyle/>
          <a:p>
            <a:pPr>
              <a:spcAft>
                <a:spcPts val="200"/>
              </a:spcAft>
              <a:defRPr sz="1500" b="0">
                <a:solidFill>
                  <a:srgbClr val="FFFFFF"/>
                </a:solidFill>
                <a:latin typeface="Aptos"/>
              </a:defRPr>
            </a:pPr>
            <a:r>
              <a:t>Receives radio messages</a:t>
            </a:r>
          </a:p>
        </p:txBody>
      </p:sp>
      <p:sp>
        <p:nvSpPr>
          <p:cNvPr id="12" name="Rectangle 11"/>
          <p:cNvSpPr/>
          <p:nvPr/>
        </p:nvSpPr>
        <p:spPr>
          <a:xfrm>
            <a:off x="5971032" y="1938528"/>
            <a:ext cx="2148840" cy="114300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108192" y="2048256"/>
            <a:ext cx="1874520" cy="292608"/>
          </a:xfrm>
          <a:prstGeom prst="rect">
            <a:avLst/>
          </a:prstGeom>
          <a:noFill/>
        </p:spPr>
        <p:txBody>
          <a:bodyPr wrap="square" lIns="27432" tIns="0" rIns="27432" bIns="0">
            <a:spAutoFit/>
          </a:bodyPr>
          <a:lstStyle/>
          <a:p>
            <a:pPr>
              <a:spcAft>
                <a:spcPts val="200"/>
              </a:spcAft>
              <a:defRPr sz="1600" b="1">
                <a:solidFill>
                  <a:srgbClr val="FFFFFF"/>
                </a:solidFill>
                <a:latin typeface="Aptos"/>
              </a:defRPr>
            </a:pPr>
            <a:r>
              <a:t>Network server</a:t>
            </a:r>
          </a:p>
        </p:txBody>
      </p:sp>
      <p:sp>
        <p:nvSpPr>
          <p:cNvPr id="14" name="TextBox 13"/>
          <p:cNvSpPr txBox="1"/>
          <p:nvPr/>
        </p:nvSpPr>
        <p:spPr>
          <a:xfrm>
            <a:off x="6108192" y="2441448"/>
            <a:ext cx="1874520" cy="425758"/>
          </a:xfrm>
          <a:prstGeom prst="rect">
            <a:avLst/>
          </a:prstGeom>
          <a:noFill/>
        </p:spPr>
        <p:txBody>
          <a:bodyPr wrap="square" lIns="27432" tIns="0" rIns="27432" bIns="0">
            <a:spAutoFit/>
          </a:bodyPr>
          <a:lstStyle/>
          <a:p>
            <a:pPr>
              <a:spcAft>
                <a:spcPts val="200"/>
              </a:spcAft>
              <a:defRPr sz="1300" b="0">
                <a:solidFill>
                  <a:srgbClr val="FFFFFF"/>
                </a:solidFill>
                <a:latin typeface="Aptos"/>
              </a:defRPr>
            </a:pPr>
            <a:r>
              <a:rPr lang="nl-BE"/>
              <a:t>Device authentication</a:t>
            </a:r>
          </a:p>
          <a:p>
            <a:pPr>
              <a:spcAft>
                <a:spcPts val="200"/>
              </a:spcAft>
              <a:defRPr sz="1300" b="0">
                <a:solidFill>
                  <a:srgbClr val="FFFFFF"/>
                </a:solidFill>
                <a:latin typeface="Aptos"/>
              </a:defRPr>
            </a:pPr>
            <a:r>
              <a:rPr lang="nl-BE"/>
              <a:t>Message processing</a:t>
            </a:r>
          </a:p>
        </p:txBody>
      </p:sp>
      <p:cxnSp>
        <p:nvCxnSpPr>
          <p:cNvPr id="15" name="Connector 14"/>
          <p:cNvCxnSpPr/>
          <p:nvPr/>
        </p:nvCxnSpPr>
        <p:spPr>
          <a:xfrm>
            <a:off x="2871216" y="2468880"/>
            <a:ext cx="402336" cy="0"/>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504688" y="2468880"/>
            <a:ext cx="402336" cy="0"/>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3081528"/>
            <a:ext cx="2423160" cy="502920"/>
          </a:xfrm>
          <a:prstGeom prst="rect">
            <a:avLst/>
          </a:prstGeom>
          <a:noFill/>
        </p:spPr>
        <p:txBody>
          <a:bodyPr wrap="square" lIns="27432" tIns="0" rIns="27432" bIns="0">
            <a:spAutoFit/>
          </a:bodyPr>
          <a:lstStyle/>
          <a:p>
            <a:pPr>
              <a:spcAft>
                <a:spcPts val="200"/>
              </a:spcAft>
              <a:defRPr sz="1300" b="0">
                <a:solidFill>
                  <a:srgbClr val="156082"/>
                </a:solidFill>
                <a:latin typeface="Aptos"/>
              </a:defRPr>
            </a:pPr>
            <a:r>
              <a:t>LoRaWAN over LoRa</a:t>
            </a:r>
          </a:p>
        </p:txBody>
      </p:sp>
      <p:sp>
        <p:nvSpPr>
          <p:cNvPr id="18" name="TextBox 17"/>
          <p:cNvSpPr txBox="1"/>
          <p:nvPr/>
        </p:nvSpPr>
        <p:spPr>
          <a:xfrm>
            <a:off x="3502152" y="3081528"/>
            <a:ext cx="2377440" cy="502920"/>
          </a:xfrm>
          <a:prstGeom prst="rect">
            <a:avLst/>
          </a:prstGeom>
          <a:noFill/>
        </p:spPr>
        <p:txBody>
          <a:bodyPr wrap="square" lIns="27432" tIns="0" rIns="27432" bIns="0">
            <a:spAutoFit/>
          </a:bodyPr>
          <a:lstStyle/>
          <a:p>
            <a:pPr>
              <a:spcAft>
                <a:spcPts val="200"/>
              </a:spcAft>
              <a:defRPr sz="1300" b="0">
                <a:solidFill>
                  <a:srgbClr val="156082"/>
                </a:solidFill>
                <a:latin typeface="Aptos"/>
              </a:defRPr>
            </a:pPr>
            <a:r>
              <a:t>IP packet forwarding</a:t>
            </a:r>
          </a:p>
        </p:txBody>
      </p:sp>
      <p:cxnSp>
        <p:nvCxnSpPr>
          <p:cNvPr id="19" name="Connector 18"/>
          <p:cNvCxnSpPr/>
          <p:nvPr/>
        </p:nvCxnSpPr>
        <p:spPr>
          <a:xfrm>
            <a:off x="7040880" y="3108960"/>
            <a:ext cx="0" cy="896112"/>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178040" y="3337560"/>
            <a:ext cx="1051560" cy="640080"/>
          </a:xfrm>
          <a:prstGeom prst="rect">
            <a:avLst/>
          </a:prstGeom>
          <a:noFill/>
        </p:spPr>
        <p:txBody>
          <a:bodyPr wrap="square" lIns="27432" tIns="0" rIns="27432" bIns="0">
            <a:spAutoFit/>
          </a:bodyPr>
          <a:lstStyle/>
          <a:p>
            <a:pPr>
              <a:spcAft>
                <a:spcPts val="200"/>
              </a:spcAft>
              <a:defRPr sz="1300" b="0">
                <a:solidFill>
                  <a:srgbClr val="156082"/>
                </a:solidFill>
                <a:latin typeface="Aptos"/>
              </a:defRPr>
            </a:pPr>
            <a:r>
              <a:t>MQTT or HTTP</a:t>
            </a:r>
          </a:p>
        </p:txBody>
      </p:sp>
      <p:sp>
        <p:nvSpPr>
          <p:cNvPr id="21" name="Rectangle 20"/>
          <p:cNvSpPr/>
          <p:nvPr/>
        </p:nvSpPr>
        <p:spPr>
          <a:xfrm>
            <a:off x="5971032" y="4069080"/>
            <a:ext cx="2148840" cy="120700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08192" y="4178808"/>
            <a:ext cx="1874520" cy="292608"/>
          </a:xfrm>
          <a:prstGeom prst="rect">
            <a:avLst/>
          </a:prstGeom>
          <a:noFill/>
        </p:spPr>
        <p:txBody>
          <a:bodyPr wrap="square" lIns="27432" tIns="0" rIns="27432" bIns="0">
            <a:spAutoFit/>
          </a:bodyPr>
          <a:lstStyle/>
          <a:p>
            <a:pPr>
              <a:spcAft>
                <a:spcPts val="200"/>
              </a:spcAft>
              <a:defRPr sz="1600" b="1">
                <a:solidFill>
                  <a:srgbClr val="FFFFFF"/>
                </a:solidFill>
                <a:latin typeface="Aptos"/>
              </a:defRPr>
            </a:pPr>
            <a:r>
              <a:t>Backend app</a:t>
            </a:r>
          </a:p>
        </p:txBody>
      </p:sp>
      <p:sp>
        <p:nvSpPr>
          <p:cNvPr id="23" name="TextBox 22"/>
          <p:cNvSpPr txBox="1"/>
          <p:nvPr/>
        </p:nvSpPr>
        <p:spPr>
          <a:xfrm>
            <a:off x="6108192" y="4572000"/>
            <a:ext cx="1874520" cy="487313"/>
          </a:xfrm>
          <a:prstGeom prst="rect">
            <a:avLst/>
          </a:prstGeom>
          <a:noFill/>
        </p:spPr>
        <p:txBody>
          <a:bodyPr wrap="square" lIns="27432" tIns="0" rIns="27432" bIns="0">
            <a:spAutoFit/>
          </a:bodyPr>
          <a:lstStyle/>
          <a:p>
            <a:pPr>
              <a:spcAft>
                <a:spcPts val="200"/>
              </a:spcAft>
              <a:defRPr sz="1500" b="0">
                <a:solidFill>
                  <a:srgbClr val="FFFFFF"/>
                </a:solidFill>
                <a:latin typeface="Aptos"/>
              </a:defRPr>
            </a:pPr>
            <a:r>
              <a:rPr lang="nl-BE"/>
              <a:t>Validation</a:t>
            </a:r>
            <a:r>
              <a:t>, rules</a:t>
            </a:r>
            <a:endParaRPr lang="en-SE"/>
          </a:p>
          <a:p>
            <a:pPr>
              <a:spcAft>
                <a:spcPts val="200"/>
              </a:spcAft>
              <a:defRPr sz="1500" b="0">
                <a:solidFill>
                  <a:srgbClr val="FFFFFF"/>
                </a:solidFill>
                <a:latin typeface="Aptos"/>
              </a:defRPr>
            </a:pPr>
            <a:r>
              <a:t>and alerts</a:t>
            </a:r>
          </a:p>
        </p:txBody>
      </p:sp>
      <p:sp>
        <p:nvSpPr>
          <p:cNvPr id="24" name="Rectangle 23"/>
          <p:cNvSpPr/>
          <p:nvPr/>
        </p:nvSpPr>
        <p:spPr>
          <a:xfrm>
            <a:off x="3337560" y="4069080"/>
            <a:ext cx="2148840" cy="120700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74720" y="4178808"/>
            <a:ext cx="1874520" cy="292608"/>
          </a:xfrm>
          <a:prstGeom prst="rect">
            <a:avLst/>
          </a:prstGeom>
          <a:noFill/>
        </p:spPr>
        <p:txBody>
          <a:bodyPr wrap="square" lIns="27432" tIns="0" rIns="27432" bIns="0">
            <a:spAutoFit/>
          </a:bodyPr>
          <a:lstStyle/>
          <a:p>
            <a:pPr>
              <a:spcAft>
                <a:spcPts val="200"/>
              </a:spcAft>
              <a:defRPr sz="1600" b="1">
                <a:solidFill>
                  <a:srgbClr val="FFFFFF"/>
                </a:solidFill>
                <a:latin typeface="Aptos"/>
              </a:defRPr>
            </a:pPr>
            <a:r>
              <a:t>Database</a:t>
            </a:r>
          </a:p>
        </p:txBody>
      </p:sp>
      <p:sp>
        <p:nvSpPr>
          <p:cNvPr id="26" name="TextBox 25"/>
          <p:cNvSpPr txBox="1"/>
          <p:nvPr/>
        </p:nvSpPr>
        <p:spPr>
          <a:xfrm>
            <a:off x="3474720" y="4572000"/>
            <a:ext cx="1874520" cy="676656"/>
          </a:xfrm>
          <a:prstGeom prst="rect">
            <a:avLst/>
          </a:prstGeom>
          <a:noFill/>
        </p:spPr>
        <p:txBody>
          <a:bodyPr wrap="square" lIns="27432" tIns="0" rIns="27432" bIns="0">
            <a:spAutoFit/>
          </a:bodyPr>
          <a:lstStyle/>
          <a:p>
            <a:pPr>
              <a:spcAft>
                <a:spcPts val="200"/>
              </a:spcAft>
              <a:defRPr sz="1500" b="0">
                <a:solidFill>
                  <a:srgbClr val="FFFFFF"/>
                </a:solidFill>
                <a:latin typeface="Aptos"/>
              </a:defRPr>
            </a:pPr>
            <a:r>
              <a:t>Sensor readings</a:t>
            </a:r>
          </a:p>
          <a:p>
            <a:pPr>
              <a:spcAft>
                <a:spcPts val="200"/>
              </a:spcAft>
              <a:defRPr sz="1500" b="0">
                <a:solidFill>
                  <a:srgbClr val="FFFFFF"/>
                </a:solidFill>
                <a:latin typeface="Aptos"/>
              </a:defRPr>
            </a:pPr>
            <a:r>
              <a:t>and alert history</a:t>
            </a:r>
          </a:p>
        </p:txBody>
      </p:sp>
      <p:cxnSp>
        <p:nvCxnSpPr>
          <p:cNvPr id="27" name="Connector 26"/>
          <p:cNvCxnSpPr/>
          <p:nvPr/>
        </p:nvCxnSpPr>
        <p:spPr>
          <a:xfrm flipH="1">
            <a:off x="5513832" y="4681728"/>
            <a:ext cx="429768" cy="0"/>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447288" y="5431536"/>
            <a:ext cx="2377440" cy="384048"/>
          </a:xfrm>
          <a:prstGeom prst="rect">
            <a:avLst/>
          </a:prstGeom>
          <a:noFill/>
        </p:spPr>
        <p:txBody>
          <a:bodyPr wrap="square" lIns="27432" tIns="0" rIns="27432" bIns="0">
            <a:spAutoFit/>
          </a:bodyPr>
          <a:lstStyle/>
          <a:p>
            <a:pPr>
              <a:spcAft>
                <a:spcPts val="200"/>
              </a:spcAft>
              <a:defRPr sz="1300" b="0">
                <a:solidFill>
                  <a:srgbClr val="156082"/>
                </a:solidFill>
                <a:latin typeface="Aptos"/>
              </a:defRPr>
            </a:pPr>
            <a:r>
              <a:t>Store and retrieve</a:t>
            </a:r>
          </a:p>
        </p:txBody>
      </p:sp>
      <p:sp>
        <p:nvSpPr>
          <p:cNvPr id="29" name="Rectangle 28"/>
          <p:cNvSpPr/>
          <p:nvPr/>
        </p:nvSpPr>
        <p:spPr>
          <a:xfrm>
            <a:off x="704088" y="4069080"/>
            <a:ext cx="2148840" cy="1207008"/>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41248" y="4178808"/>
            <a:ext cx="1874520" cy="292608"/>
          </a:xfrm>
          <a:prstGeom prst="rect">
            <a:avLst/>
          </a:prstGeom>
          <a:noFill/>
        </p:spPr>
        <p:txBody>
          <a:bodyPr wrap="square" lIns="27432" tIns="0" rIns="27432" bIns="0">
            <a:spAutoFit/>
          </a:bodyPr>
          <a:lstStyle/>
          <a:p>
            <a:pPr>
              <a:spcAft>
                <a:spcPts val="200"/>
              </a:spcAft>
              <a:defRPr sz="1600" b="1">
                <a:solidFill>
                  <a:srgbClr val="FFFFFF"/>
                </a:solidFill>
                <a:latin typeface="Aptos"/>
              </a:defRPr>
            </a:pPr>
            <a:r>
              <a:t>Frontend</a:t>
            </a:r>
          </a:p>
        </p:txBody>
      </p:sp>
      <p:sp>
        <p:nvSpPr>
          <p:cNvPr id="31" name="TextBox 30"/>
          <p:cNvSpPr txBox="1"/>
          <p:nvPr/>
        </p:nvSpPr>
        <p:spPr>
          <a:xfrm>
            <a:off x="841248" y="4572000"/>
            <a:ext cx="1874520" cy="676656"/>
          </a:xfrm>
          <a:prstGeom prst="rect">
            <a:avLst/>
          </a:prstGeom>
          <a:noFill/>
        </p:spPr>
        <p:txBody>
          <a:bodyPr wrap="square" lIns="27432" tIns="0" rIns="27432" bIns="0">
            <a:spAutoFit/>
          </a:bodyPr>
          <a:lstStyle/>
          <a:p>
            <a:pPr>
              <a:spcAft>
                <a:spcPts val="200"/>
              </a:spcAft>
              <a:defRPr sz="1500" b="0">
                <a:solidFill>
                  <a:srgbClr val="FFFFFF"/>
                </a:solidFill>
                <a:latin typeface="Aptos"/>
              </a:defRPr>
            </a:pPr>
            <a:r>
              <a:t>Readings, charts</a:t>
            </a:r>
          </a:p>
          <a:p>
            <a:pPr>
              <a:spcAft>
                <a:spcPts val="200"/>
              </a:spcAft>
              <a:defRPr sz="1500" b="0">
                <a:solidFill>
                  <a:srgbClr val="FFFFFF"/>
                </a:solidFill>
                <a:latin typeface="Aptos"/>
              </a:defRPr>
            </a:pPr>
            <a:r>
              <a:t>and alerts</a:t>
            </a:r>
          </a:p>
        </p:txBody>
      </p:sp>
      <p:cxnSp>
        <p:nvCxnSpPr>
          <p:cNvPr id="32" name="Connector 31"/>
          <p:cNvCxnSpPr/>
          <p:nvPr/>
        </p:nvCxnSpPr>
        <p:spPr>
          <a:xfrm flipV="1">
            <a:off x="1783080" y="3685032"/>
            <a:ext cx="0" cy="356616"/>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783080" y="3685032"/>
            <a:ext cx="4434840" cy="0"/>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217920" y="3685032"/>
            <a:ext cx="0" cy="356616"/>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920240" y="3401568"/>
            <a:ext cx="3611880" cy="274320"/>
          </a:xfrm>
          <a:prstGeom prst="rect">
            <a:avLst/>
          </a:prstGeom>
          <a:noFill/>
        </p:spPr>
        <p:txBody>
          <a:bodyPr wrap="square" lIns="27432" tIns="0" rIns="27432" bIns="0">
            <a:spAutoFit/>
          </a:bodyPr>
          <a:lstStyle/>
          <a:p>
            <a:pPr>
              <a:spcAft>
                <a:spcPts val="200"/>
              </a:spcAft>
              <a:defRPr sz="1300" b="0">
                <a:solidFill>
                  <a:srgbClr val="156082"/>
                </a:solidFill>
                <a:latin typeface="Aptos"/>
              </a:defRPr>
            </a:pPr>
            <a:r>
              <a:t>HTTP/HTTPS API requests</a:t>
            </a:r>
          </a:p>
        </p:txBody>
      </p:sp>
      <p:cxnSp>
        <p:nvCxnSpPr>
          <p:cNvPr id="36" name="Connector 35"/>
          <p:cNvCxnSpPr/>
          <p:nvPr/>
        </p:nvCxnSpPr>
        <p:spPr>
          <a:xfrm>
            <a:off x="7040880" y="5303520"/>
            <a:ext cx="0" cy="658368"/>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783080" y="5961888"/>
            <a:ext cx="5257800" cy="0"/>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783080" y="5303520"/>
            <a:ext cx="0" cy="658368"/>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395728" y="5669280"/>
            <a:ext cx="4023360" cy="274320"/>
          </a:xfrm>
          <a:prstGeom prst="rect">
            <a:avLst/>
          </a:prstGeom>
          <a:noFill/>
        </p:spPr>
        <p:txBody>
          <a:bodyPr wrap="square" lIns="27432" tIns="0" rIns="27432" bIns="0">
            <a:spAutoFit/>
          </a:bodyPr>
          <a:lstStyle/>
          <a:p>
            <a:pPr>
              <a:spcAft>
                <a:spcPts val="200"/>
              </a:spcAft>
              <a:defRPr sz="1300" b="0">
                <a:solidFill>
                  <a:srgbClr val="156082"/>
                </a:solidFill>
                <a:latin typeface="Aptos"/>
              </a:defRPr>
            </a:pPr>
            <a:r>
              <a:t>Sensor data and alert responses</a:t>
            </a:r>
          </a:p>
        </p:txBody>
      </p:sp>
      <p:sp>
        <p:nvSpPr>
          <p:cNvPr id="40" name="Rectangle 39"/>
          <p:cNvSpPr/>
          <p:nvPr/>
        </p:nvSpPr>
        <p:spPr>
          <a:xfrm>
            <a:off x="8430768" y="1920240"/>
            <a:ext cx="14630" cy="4078224"/>
          </a:xfrm>
          <a:prstGeom prst="rect">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732520" y="1920240"/>
            <a:ext cx="2852928" cy="731520"/>
          </a:xfrm>
          <a:prstGeom prst="rect">
            <a:avLst/>
          </a:prstGeom>
          <a:noFill/>
        </p:spPr>
        <p:txBody>
          <a:bodyPr wrap="square" lIns="27432" tIns="0" rIns="27432" bIns="0">
            <a:spAutoFit/>
          </a:bodyPr>
          <a:lstStyle/>
          <a:p>
            <a:pPr>
              <a:spcAft>
                <a:spcPts val="200"/>
              </a:spcAft>
              <a:defRPr sz="2100" b="1">
                <a:solidFill>
                  <a:srgbClr val="156082"/>
                </a:solidFill>
                <a:latin typeface="Aptos"/>
              </a:defRPr>
            </a:pPr>
            <a:r>
              <a:t>Dashboard responsibilities</a:t>
            </a:r>
          </a:p>
        </p:txBody>
      </p:sp>
      <p:sp>
        <p:nvSpPr>
          <p:cNvPr id="42" name="TextBox 41"/>
          <p:cNvSpPr txBox="1"/>
          <p:nvPr/>
        </p:nvSpPr>
        <p:spPr>
          <a:xfrm>
            <a:off x="8732520" y="2761488"/>
            <a:ext cx="2816352" cy="2606040"/>
          </a:xfrm>
          <a:prstGeom prst="rect">
            <a:avLst/>
          </a:prstGeom>
          <a:noFill/>
        </p:spPr>
        <p:txBody>
          <a:bodyPr wrap="square" lIns="27432" tIns="0" rIns="27432" bIns="0">
            <a:spAutoFit/>
          </a:bodyPr>
          <a:lstStyle/>
          <a:p>
            <a:pPr>
              <a:spcAft>
                <a:spcPts val="200"/>
              </a:spcAft>
              <a:defRPr sz="1700" b="0">
                <a:solidFill>
                  <a:srgbClr val="0E2841"/>
                </a:solidFill>
                <a:latin typeface="Aptos"/>
              </a:defRPr>
            </a:pPr>
            <a:r>
              <a:t>Current environmental readings</a:t>
            </a:r>
          </a:p>
          <a:p>
            <a:pPr>
              <a:spcAft>
                <a:spcPts val="200"/>
              </a:spcAft>
              <a:defRPr sz="1700" b="0">
                <a:solidFill>
                  <a:srgbClr val="0E2841"/>
                </a:solidFill>
                <a:latin typeface="Aptos"/>
              </a:defRPr>
            </a:pPr>
            <a:r>
              <a:t>Historical measurement charts</a:t>
            </a:r>
          </a:p>
          <a:p>
            <a:pPr>
              <a:spcAft>
                <a:spcPts val="200"/>
              </a:spcAft>
              <a:defRPr sz="1700" b="0">
                <a:solidFill>
                  <a:srgbClr val="0E2841"/>
                </a:solidFill>
                <a:latin typeface="Aptos"/>
              </a:defRPr>
            </a:pPr>
            <a:r>
              <a:t>Sensor and connection status</a:t>
            </a:r>
          </a:p>
          <a:p>
            <a:pPr>
              <a:spcAft>
                <a:spcPts val="200"/>
              </a:spcAft>
              <a:defRPr sz="1700" b="0">
                <a:solidFill>
                  <a:srgbClr val="0E2841"/>
                </a:solidFill>
                <a:latin typeface="Aptos"/>
              </a:defRPr>
            </a:pPr>
            <a:r>
              <a:t>Threshold exceedances</a:t>
            </a:r>
          </a:p>
          <a:p>
            <a:pPr>
              <a:spcAft>
                <a:spcPts val="200"/>
              </a:spcAft>
              <a:defRPr sz="1700" b="0">
                <a:solidFill>
                  <a:srgbClr val="0E2841"/>
                </a:solidFill>
                <a:latin typeface="Aptos"/>
              </a:defRPr>
            </a:pPr>
            <a:r>
              <a:t>Alert history for staff</a:t>
            </a:r>
          </a:p>
        </p:txBody>
      </p:sp>
      <p:sp>
        <p:nvSpPr>
          <p:cNvPr id="43" name="TextBox 42"/>
          <p:cNvSpPr txBox="1"/>
          <p:nvPr/>
        </p:nvSpPr>
        <p:spPr>
          <a:xfrm>
            <a:off x="8732520" y="5413248"/>
            <a:ext cx="2852928" cy="320040"/>
          </a:xfrm>
          <a:prstGeom prst="rect">
            <a:avLst/>
          </a:prstGeom>
          <a:noFill/>
        </p:spPr>
        <p:txBody>
          <a:bodyPr wrap="square" lIns="27432" tIns="0" rIns="27432" bIns="0">
            <a:spAutoFit/>
          </a:bodyPr>
          <a:lstStyle/>
          <a:p>
            <a:pPr>
              <a:spcAft>
                <a:spcPts val="200"/>
              </a:spcAft>
              <a:defRPr sz="1600" b="1">
                <a:solidFill>
                  <a:srgbClr val="156082"/>
                </a:solidFill>
                <a:latin typeface="Aptos"/>
              </a:defRPr>
            </a:pPr>
            <a:r>
              <a:t>Possible technologies</a:t>
            </a:r>
          </a:p>
        </p:txBody>
      </p:sp>
      <p:sp>
        <p:nvSpPr>
          <p:cNvPr id="44" name="TextBox 43"/>
          <p:cNvSpPr txBox="1"/>
          <p:nvPr/>
        </p:nvSpPr>
        <p:spPr>
          <a:xfrm>
            <a:off x="8732520" y="5751576"/>
            <a:ext cx="2834640" cy="502920"/>
          </a:xfrm>
          <a:prstGeom prst="rect">
            <a:avLst/>
          </a:prstGeom>
          <a:noFill/>
        </p:spPr>
        <p:txBody>
          <a:bodyPr wrap="square" lIns="27432" tIns="0" rIns="27432" bIns="0">
            <a:spAutoFit/>
          </a:bodyPr>
          <a:lstStyle/>
          <a:p>
            <a:pPr>
              <a:spcAft>
                <a:spcPts val="200"/>
              </a:spcAft>
              <a:defRPr sz="1600" b="0">
                <a:solidFill>
                  <a:srgbClr val="0E2841"/>
                </a:solidFill>
                <a:latin typeface="Aptos"/>
              </a:defRPr>
            </a:pPr>
            <a:r>
              <a:t>HTML, CSS, JavaScript</a:t>
            </a:r>
          </a:p>
          <a:p>
            <a:pPr>
              <a:spcAft>
                <a:spcPts val="200"/>
              </a:spcAft>
              <a:defRPr sz="1600" b="0">
                <a:solidFill>
                  <a:srgbClr val="0E2841"/>
                </a:solidFill>
                <a:latin typeface="Aptos"/>
              </a:defRPr>
            </a:pPr>
            <a:r>
              <a:t>or React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00000002-0001-4000-8000-000000000000}"/>
              </a:ext>
            </a:extLst>
          </p:cNvPr>
          <p:cNvSpPr>
            <a:spLocks noGrp="1"/>
          </p:cNvSpPr>
          <p:nvPr/>
        </p:nvSpPr>
        <p:spPr>
          <a:xfrm>
            <a:off x="609600" y="409575"/>
            <a:ext cx="10953750" cy="628650"/>
          </a:xfrm>
          <a:prstGeom prst="rect">
            <a:avLst/>
          </a:prstGeom>
          <a:noFill/>
          <a:ln w="0">
            <a:noFill/>
          </a:ln>
        </p:spPr>
        <p:txBody>
          <a:bodyPr>
            <a:noAutofit/>
          </a:bodyPr>
          <a:lstStyle/>
          <a:p>
            <a:pPr>
              <a:defRPr sz="3225" b="1">
                <a:solidFill>
                  <a:srgbClr val="0E2841"/>
                </a:solidFill>
                <a:latin typeface="Aptos"/>
                <a:ea typeface="Aptos"/>
                <a:cs typeface="Aptos"/>
              </a:defRPr>
            </a:pPr>
            <a:r>
              <a:rPr sz="3225" b="1">
                <a:solidFill>
                  <a:srgbClr val="0E2841"/>
                </a:solidFill>
                <a:latin typeface="Aptos"/>
                <a:ea typeface="Aptos"/>
                <a:cs typeface="Aptos"/>
              </a:rPr>
              <a:t>Protocols and decoding</a:t>
            </a:r>
          </a:p>
        </p:txBody>
      </p:sp>
      <p:sp>
        <p:nvSpPr>
          <p:cNvPr id="2" name="Rectangle 1">
            <a:extLst>
              <a:ext uri="{FF2B5EF4-FFF2-40B4-BE49-F238E27FC236}">
                <a16:creationId xmlns:a16="http://schemas.microsoft.com/office/drawing/2014/main" id="{00000002-0002-4000-8000-000000000000}"/>
              </a:ext>
            </a:extLst>
          </p:cNvPr>
          <p:cNvSpPr>
            <a:spLocks noGrp="1"/>
          </p:cNvSpPr>
          <p:nvPr/>
        </p:nvSpPr>
        <p:spPr>
          <a:xfrm>
            <a:off x="609600" y="6324600"/>
            <a:ext cx="9715500" cy="228600"/>
          </a:xfrm>
          <a:prstGeom prst="rect">
            <a:avLst/>
          </a:prstGeom>
          <a:noFill/>
          <a:ln w="0">
            <a:noFill/>
          </a:ln>
        </p:spPr>
        <p:txBody>
          <a:bodyPr>
            <a:noAutofit/>
          </a:bodyPr>
          <a:lstStyle/>
          <a:p>
            <a:pPr>
              <a:defRPr sz="1200" b="0">
                <a:solidFill>
                  <a:srgbClr val="156082"/>
                </a:solidFill>
                <a:latin typeface="Aptos"/>
                <a:ea typeface="Aptos"/>
                <a:cs typeface="Aptos"/>
              </a:defRPr>
            </a:pPr>
            <a:r>
              <a:rPr sz="1200" b="0">
                <a:solidFill>
                  <a:srgbClr val="156082"/>
                </a:solidFill>
                <a:latin typeface="Aptos"/>
                <a:ea typeface="Aptos"/>
                <a:cs typeface="Aptos"/>
              </a:rPr>
              <a:t>AM300 SENSOR + UG65 GATEWAY</a:t>
            </a:r>
          </a:p>
        </p:txBody>
      </p:sp>
      <p:sp>
        <p:nvSpPr>
          <p:cNvPr id="3" name="Rectangle 2">
            <a:extLst>
              <a:ext uri="{FF2B5EF4-FFF2-40B4-BE49-F238E27FC236}">
                <a16:creationId xmlns:a16="http://schemas.microsoft.com/office/drawing/2014/main" id="{00000002-0003-4000-8000-000000000000}"/>
              </a:ext>
            </a:extLst>
          </p:cNvPr>
          <p:cNvSpPr>
            <a:spLocks noGrp="1"/>
          </p:cNvSpPr>
          <p:nvPr/>
        </p:nvSpPr>
        <p:spPr>
          <a:xfrm>
            <a:off x="11049000" y="6257925"/>
            <a:ext cx="523875" cy="304800"/>
          </a:xfrm>
          <a:prstGeom prst="rect">
            <a:avLst/>
          </a:prstGeom>
          <a:noFill/>
          <a:ln w="0">
            <a:noFill/>
          </a:ln>
        </p:spPr>
        <p:txBody>
          <a:bodyPr>
            <a:noAutofit/>
          </a:bodyPr>
          <a:lstStyle/>
          <a:p>
            <a:pPr>
              <a:defRPr sz="1650" b="0">
                <a:solidFill>
                  <a:srgbClr val="156082"/>
                </a:solidFill>
                <a:latin typeface="Aptos"/>
                <a:ea typeface="Aptos"/>
                <a:cs typeface="Aptos"/>
              </a:defRPr>
            </a:pPr>
            <a:r>
              <a:rPr sz="1650" b="0" dirty="0">
                <a:solidFill>
                  <a:srgbClr val="156082"/>
                </a:solidFill>
                <a:latin typeface="Aptos"/>
                <a:ea typeface="Aptos"/>
                <a:cs typeface="Aptos"/>
              </a:rPr>
              <a:t>0</a:t>
            </a:r>
            <a:r>
              <a:rPr lang="en-US" sz="1650" b="0" dirty="0">
                <a:solidFill>
                  <a:srgbClr val="156082"/>
                </a:solidFill>
                <a:latin typeface="Aptos"/>
                <a:ea typeface="Aptos"/>
                <a:cs typeface="Aptos"/>
              </a:rPr>
              <a:t>3</a:t>
            </a:r>
            <a:endParaRPr sz="1650" b="0" dirty="0">
              <a:solidFill>
                <a:srgbClr val="156082"/>
              </a:solidFill>
              <a:latin typeface="Aptos"/>
              <a:ea typeface="Aptos"/>
              <a:cs typeface="Aptos"/>
            </a:endParaRPr>
          </a:p>
        </p:txBody>
      </p:sp>
      <p:sp>
        <p:nvSpPr>
          <p:cNvPr id="4" name="Rectangle 3">
            <a:extLst>
              <a:ext uri="{FF2B5EF4-FFF2-40B4-BE49-F238E27FC236}">
                <a16:creationId xmlns:a16="http://schemas.microsoft.com/office/drawing/2014/main" id="{00000002-0004-4000-8000-000000000000}"/>
              </a:ext>
            </a:extLst>
          </p:cNvPr>
          <p:cNvSpPr>
            <a:spLocks noGrp="1"/>
          </p:cNvSpPr>
          <p:nvPr/>
        </p:nvSpPr>
        <p:spPr>
          <a:xfrm>
            <a:off x="609600" y="1114425"/>
            <a:ext cx="10858500" cy="571500"/>
          </a:xfrm>
          <a:prstGeom prst="rect">
            <a:avLst/>
          </a:prstGeom>
          <a:noFill/>
          <a:ln w="0">
            <a:noFill/>
          </a:ln>
        </p:spPr>
        <p:txBody>
          <a:bodyPr>
            <a:noAutofit/>
          </a:bodyPr>
          <a:lstStyle/>
          <a:p>
            <a:pPr>
              <a:defRPr sz="2025" b="0">
                <a:solidFill>
                  <a:srgbClr val="0E2841"/>
                </a:solidFill>
                <a:latin typeface="Aptos"/>
                <a:ea typeface="Aptos"/>
                <a:cs typeface="Aptos"/>
              </a:defRPr>
            </a:pPr>
            <a:r>
              <a:rPr sz="2025" b="0">
                <a:solidFill>
                  <a:srgbClr val="0E2841"/>
                </a:solidFill>
                <a:latin typeface="Aptos"/>
                <a:ea typeface="Aptos"/>
                <a:cs typeface="Aptos"/>
              </a:rPr>
              <a:t>LoRaWAN carries the sensor message. MQTT and APIs can deliver it downstream.</a:t>
            </a:r>
          </a:p>
        </p:txBody>
      </p:sp>
      <p:sp>
        <p:nvSpPr>
          <p:cNvPr id="5" name="Rectangle 4">
            <a:extLst>
              <a:ext uri="{FF2B5EF4-FFF2-40B4-BE49-F238E27FC236}">
                <a16:creationId xmlns:a16="http://schemas.microsoft.com/office/drawing/2014/main" id="{00000002-0005-4000-8000-000000000000}"/>
              </a:ext>
            </a:extLst>
          </p:cNvPr>
          <p:cNvSpPr>
            <a:spLocks noGrp="1"/>
          </p:cNvSpPr>
          <p:nvPr/>
        </p:nvSpPr>
        <p:spPr>
          <a:xfrm>
            <a:off x="609600" y="1981200"/>
            <a:ext cx="2286000" cy="1143000"/>
          </a:xfrm>
          <a:prstGeom prst="rect">
            <a:avLst/>
          </a:prstGeom>
          <a:solidFill>
            <a:srgbClr val="156082"/>
          </a:solidFill>
          <a:ln w="0">
            <a:noFill/>
          </a:ln>
        </p:spPr>
        <p:txBody>
          <a:bodyPr/>
          <a:lstStyle/>
          <a:p>
            <a:endParaRPr lang="en-SE"/>
          </a:p>
        </p:txBody>
      </p:sp>
      <p:sp>
        <p:nvSpPr>
          <p:cNvPr id="6" name="Rectangle 5">
            <a:extLst>
              <a:ext uri="{FF2B5EF4-FFF2-40B4-BE49-F238E27FC236}">
                <a16:creationId xmlns:a16="http://schemas.microsoft.com/office/drawing/2014/main" id="{00000002-0006-4000-8000-000000000000}"/>
              </a:ext>
            </a:extLst>
          </p:cNvPr>
          <p:cNvSpPr>
            <a:spLocks noGrp="1"/>
          </p:cNvSpPr>
          <p:nvPr/>
        </p:nvSpPr>
        <p:spPr>
          <a:xfrm>
            <a:off x="781050" y="2133600"/>
            <a:ext cx="1943100" cy="381000"/>
          </a:xfrm>
          <a:prstGeom prst="rect">
            <a:avLst/>
          </a:prstGeom>
          <a:noFill/>
          <a:ln w="0">
            <a:noFill/>
          </a:ln>
        </p:spPr>
        <p:txBody>
          <a:bodyPr>
            <a:noAutofit/>
          </a:bodyPr>
          <a:lstStyle/>
          <a:p>
            <a:pPr>
              <a:defRPr sz="2025" b="1">
                <a:solidFill>
                  <a:srgbClr val="FFFFFF"/>
                </a:solidFill>
                <a:latin typeface="Aptos"/>
                <a:ea typeface="Aptos"/>
                <a:cs typeface="Aptos"/>
              </a:defRPr>
            </a:pPr>
            <a:r>
              <a:rPr sz="2025" b="1">
                <a:solidFill>
                  <a:srgbClr val="FFFFFF"/>
                </a:solidFill>
                <a:latin typeface="Aptos"/>
                <a:ea typeface="Aptos"/>
                <a:cs typeface="Aptos"/>
              </a:rPr>
              <a:t>AM300</a:t>
            </a:r>
          </a:p>
        </p:txBody>
      </p:sp>
      <p:sp>
        <p:nvSpPr>
          <p:cNvPr id="7" name="Rectangle 6">
            <a:extLst>
              <a:ext uri="{FF2B5EF4-FFF2-40B4-BE49-F238E27FC236}">
                <a16:creationId xmlns:a16="http://schemas.microsoft.com/office/drawing/2014/main" id="{00000002-0007-4000-8000-000000000000}"/>
              </a:ext>
            </a:extLst>
          </p:cNvPr>
          <p:cNvSpPr>
            <a:spLocks noGrp="1"/>
          </p:cNvSpPr>
          <p:nvPr/>
        </p:nvSpPr>
        <p:spPr>
          <a:xfrm>
            <a:off x="781050" y="2581275"/>
            <a:ext cx="1943100" cy="476250"/>
          </a:xfrm>
          <a:prstGeom prst="rect">
            <a:avLst/>
          </a:prstGeom>
          <a:noFill/>
          <a:ln w="0">
            <a:noFill/>
          </a:ln>
        </p:spPr>
        <p:txBody>
          <a:bodyPr>
            <a:noAutofit/>
          </a:bodyPr>
          <a:lstStyle/>
          <a:p>
            <a:pPr>
              <a:defRPr sz="1650" b="0">
                <a:solidFill>
                  <a:srgbClr val="FFFFFF"/>
                </a:solidFill>
                <a:latin typeface="Aptos"/>
                <a:ea typeface="Aptos"/>
                <a:cs typeface="Aptos"/>
              </a:defRPr>
            </a:pPr>
            <a:r>
              <a:rPr sz="1650" b="0">
                <a:solidFill>
                  <a:srgbClr val="FFFFFF"/>
                </a:solidFill>
                <a:latin typeface="Aptos"/>
                <a:ea typeface="Aptos"/>
                <a:cs typeface="Aptos"/>
              </a:rPr>
              <a:t>Binary payload</a:t>
            </a:r>
          </a:p>
        </p:txBody>
      </p:sp>
      <p:sp>
        <p:nvSpPr>
          <p:cNvPr id="8" name="Arrow: Right 7">
            <a:extLst>
              <a:ext uri="{FF2B5EF4-FFF2-40B4-BE49-F238E27FC236}">
                <a16:creationId xmlns:a16="http://schemas.microsoft.com/office/drawing/2014/main" id="{00000002-0008-4000-8000-000000000000}"/>
              </a:ext>
            </a:extLst>
          </p:cNvPr>
          <p:cNvSpPr>
            <a:spLocks noGrp="1"/>
          </p:cNvSpPr>
          <p:nvPr/>
        </p:nvSpPr>
        <p:spPr>
          <a:xfrm>
            <a:off x="3086100" y="2438400"/>
            <a:ext cx="419100" cy="190500"/>
          </a:xfrm>
          <a:prstGeom prst="rightArrow">
            <a:avLst/>
          </a:prstGeom>
          <a:solidFill>
            <a:srgbClr val="156082"/>
          </a:solidFill>
          <a:ln w="0">
            <a:noFill/>
          </a:ln>
        </p:spPr>
        <p:txBody>
          <a:bodyPr/>
          <a:lstStyle/>
          <a:p>
            <a:endParaRPr lang="en-SE"/>
          </a:p>
        </p:txBody>
      </p:sp>
      <p:sp>
        <p:nvSpPr>
          <p:cNvPr id="9" name="Rectangle 8">
            <a:extLst>
              <a:ext uri="{FF2B5EF4-FFF2-40B4-BE49-F238E27FC236}">
                <a16:creationId xmlns:a16="http://schemas.microsoft.com/office/drawing/2014/main" id="{00000002-0009-4000-8000-000000000000}"/>
              </a:ext>
            </a:extLst>
          </p:cNvPr>
          <p:cNvSpPr>
            <a:spLocks noGrp="1"/>
          </p:cNvSpPr>
          <p:nvPr/>
        </p:nvSpPr>
        <p:spPr>
          <a:xfrm>
            <a:off x="3695700" y="1981200"/>
            <a:ext cx="2286000" cy="1143000"/>
          </a:xfrm>
          <a:prstGeom prst="rect">
            <a:avLst/>
          </a:prstGeom>
          <a:solidFill>
            <a:srgbClr val="156082"/>
          </a:solidFill>
          <a:ln w="0">
            <a:noFill/>
          </a:ln>
        </p:spPr>
        <p:txBody>
          <a:bodyPr/>
          <a:lstStyle/>
          <a:p>
            <a:endParaRPr lang="en-SE"/>
          </a:p>
        </p:txBody>
      </p:sp>
      <p:sp>
        <p:nvSpPr>
          <p:cNvPr id="10" name="Rectangle 9">
            <a:extLst>
              <a:ext uri="{FF2B5EF4-FFF2-40B4-BE49-F238E27FC236}">
                <a16:creationId xmlns:a16="http://schemas.microsoft.com/office/drawing/2014/main" id="{00000002-000A-4000-8000-000000000000}"/>
              </a:ext>
            </a:extLst>
          </p:cNvPr>
          <p:cNvSpPr>
            <a:spLocks noGrp="1"/>
          </p:cNvSpPr>
          <p:nvPr/>
        </p:nvSpPr>
        <p:spPr>
          <a:xfrm>
            <a:off x="3867150" y="2133600"/>
            <a:ext cx="1943100" cy="381000"/>
          </a:xfrm>
          <a:prstGeom prst="rect">
            <a:avLst/>
          </a:prstGeom>
          <a:noFill/>
          <a:ln w="0">
            <a:noFill/>
          </a:ln>
        </p:spPr>
        <p:txBody>
          <a:bodyPr>
            <a:noAutofit/>
          </a:bodyPr>
          <a:lstStyle/>
          <a:p>
            <a:pPr>
              <a:defRPr sz="2025" b="1">
                <a:solidFill>
                  <a:srgbClr val="FFFFFF"/>
                </a:solidFill>
                <a:latin typeface="Aptos"/>
                <a:ea typeface="Aptos"/>
                <a:cs typeface="Aptos"/>
              </a:defRPr>
            </a:pPr>
            <a:r>
              <a:rPr sz="2025" b="1">
                <a:solidFill>
                  <a:srgbClr val="FFFFFF"/>
                </a:solidFill>
                <a:latin typeface="Aptos"/>
                <a:ea typeface="Aptos"/>
                <a:cs typeface="Aptos"/>
              </a:rPr>
              <a:t>UG65</a:t>
            </a:r>
          </a:p>
        </p:txBody>
      </p:sp>
      <p:sp>
        <p:nvSpPr>
          <p:cNvPr id="11" name="Rectangle 10">
            <a:extLst>
              <a:ext uri="{FF2B5EF4-FFF2-40B4-BE49-F238E27FC236}">
                <a16:creationId xmlns:a16="http://schemas.microsoft.com/office/drawing/2014/main" id="{00000002-000B-4000-8000-000000000000}"/>
              </a:ext>
            </a:extLst>
          </p:cNvPr>
          <p:cNvSpPr>
            <a:spLocks noGrp="1"/>
          </p:cNvSpPr>
          <p:nvPr/>
        </p:nvSpPr>
        <p:spPr>
          <a:xfrm>
            <a:off x="3867150" y="2581275"/>
            <a:ext cx="1943100" cy="476250"/>
          </a:xfrm>
          <a:prstGeom prst="rect">
            <a:avLst/>
          </a:prstGeom>
          <a:noFill/>
          <a:ln w="0">
            <a:noFill/>
          </a:ln>
        </p:spPr>
        <p:txBody>
          <a:bodyPr>
            <a:noAutofit/>
          </a:bodyPr>
          <a:lstStyle/>
          <a:p>
            <a:pPr>
              <a:defRPr sz="1650" b="0">
                <a:solidFill>
                  <a:srgbClr val="FFFFFF"/>
                </a:solidFill>
                <a:latin typeface="Aptos"/>
                <a:ea typeface="Aptos"/>
                <a:cs typeface="Aptos"/>
              </a:defRPr>
            </a:pPr>
            <a:r>
              <a:rPr sz="1650" b="0">
                <a:solidFill>
                  <a:srgbClr val="FFFFFF"/>
                </a:solidFill>
                <a:latin typeface="Aptos"/>
                <a:ea typeface="Aptos"/>
                <a:cs typeface="Aptos"/>
              </a:rPr>
              <a:t>Radio to IP</a:t>
            </a:r>
          </a:p>
        </p:txBody>
      </p:sp>
      <p:sp>
        <p:nvSpPr>
          <p:cNvPr id="12" name="Rectangle 11">
            <a:extLst>
              <a:ext uri="{FF2B5EF4-FFF2-40B4-BE49-F238E27FC236}">
                <a16:creationId xmlns:a16="http://schemas.microsoft.com/office/drawing/2014/main" id="{00000002-000C-4000-8000-000000000000}"/>
              </a:ext>
            </a:extLst>
          </p:cNvPr>
          <p:cNvSpPr>
            <a:spLocks noGrp="1"/>
          </p:cNvSpPr>
          <p:nvPr/>
        </p:nvSpPr>
        <p:spPr>
          <a:xfrm>
            <a:off x="2857500" y="1695450"/>
            <a:ext cx="1352550" cy="266700"/>
          </a:xfrm>
          <a:prstGeom prst="rect">
            <a:avLst/>
          </a:prstGeom>
          <a:noFill/>
          <a:ln w="0">
            <a:noFill/>
          </a:ln>
        </p:spPr>
        <p:txBody>
          <a:bodyPr>
            <a:noAutofit/>
          </a:bodyPr>
          <a:lstStyle/>
          <a:p>
            <a:pPr>
              <a:defRPr sz="1500" b="1">
                <a:solidFill>
                  <a:srgbClr val="156082"/>
                </a:solidFill>
                <a:latin typeface="Aptos"/>
                <a:ea typeface="Aptos"/>
                <a:cs typeface="Aptos"/>
              </a:defRPr>
            </a:pPr>
            <a:r>
              <a:rPr sz="1500" b="1">
                <a:solidFill>
                  <a:srgbClr val="156082"/>
                </a:solidFill>
                <a:latin typeface="Aptos"/>
                <a:ea typeface="Aptos"/>
                <a:cs typeface="Aptos"/>
              </a:rPr>
              <a:t>LoRaWAN</a:t>
            </a:r>
          </a:p>
        </p:txBody>
      </p:sp>
      <p:sp>
        <p:nvSpPr>
          <p:cNvPr id="13" name="Arrow: Down 12">
            <a:extLst>
              <a:ext uri="{FF2B5EF4-FFF2-40B4-BE49-F238E27FC236}">
                <a16:creationId xmlns:a16="http://schemas.microsoft.com/office/drawing/2014/main" id="{00000002-000D-4000-8000-000000000000}"/>
              </a:ext>
            </a:extLst>
          </p:cNvPr>
          <p:cNvSpPr>
            <a:spLocks noGrp="1"/>
          </p:cNvSpPr>
          <p:nvPr/>
        </p:nvSpPr>
        <p:spPr>
          <a:xfrm>
            <a:off x="4657725" y="3286125"/>
            <a:ext cx="304800" cy="438150"/>
          </a:xfrm>
          <a:prstGeom prst="downArrow">
            <a:avLst/>
          </a:prstGeom>
          <a:solidFill>
            <a:srgbClr val="156082"/>
          </a:solidFill>
          <a:ln w="0">
            <a:noFill/>
          </a:ln>
        </p:spPr>
        <p:txBody>
          <a:bodyPr/>
          <a:lstStyle/>
          <a:p>
            <a:endParaRPr lang="en-SE"/>
          </a:p>
        </p:txBody>
      </p:sp>
      <p:sp>
        <p:nvSpPr>
          <p:cNvPr id="14" name="Rectangle 13">
            <a:extLst>
              <a:ext uri="{FF2B5EF4-FFF2-40B4-BE49-F238E27FC236}">
                <a16:creationId xmlns:a16="http://schemas.microsoft.com/office/drawing/2014/main" id="{00000002-000E-4000-8000-000000000000}"/>
              </a:ext>
            </a:extLst>
          </p:cNvPr>
          <p:cNvSpPr>
            <a:spLocks noGrp="1"/>
          </p:cNvSpPr>
          <p:nvPr/>
        </p:nvSpPr>
        <p:spPr>
          <a:xfrm>
            <a:off x="5143500" y="3333750"/>
            <a:ext cx="1714500" cy="304800"/>
          </a:xfrm>
          <a:prstGeom prst="rect">
            <a:avLst/>
          </a:prstGeom>
          <a:noFill/>
          <a:ln w="0">
            <a:noFill/>
          </a:ln>
        </p:spPr>
        <p:txBody>
          <a:bodyPr>
            <a:noAutofit/>
          </a:bodyPr>
          <a:lstStyle/>
          <a:p>
            <a:pPr>
              <a:defRPr sz="1500" b="1">
                <a:solidFill>
                  <a:srgbClr val="156082"/>
                </a:solidFill>
                <a:latin typeface="Aptos"/>
                <a:ea typeface="Aptos"/>
                <a:cs typeface="Aptos"/>
              </a:defRPr>
            </a:pPr>
            <a:r>
              <a:rPr lang="nl-BE" sz="1500" b="1">
                <a:solidFill>
                  <a:srgbClr val="156082"/>
                </a:solidFill>
                <a:latin typeface="Aptos"/>
                <a:ea typeface="Aptos"/>
                <a:cs typeface="Aptos"/>
              </a:rPr>
              <a:t>IP forwarding</a:t>
            </a:r>
          </a:p>
        </p:txBody>
      </p:sp>
      <p:sp>
        <p:nvSpPr>
          <p:cNvPr id="15" name="Rectangle 14">
            <a:extLst>
              <a:ext uri="{FF2B5EF4-FFF2-40B4-BE49-F238E27FC236}">
                <a16:creationId xmlns:a16="http://schemas.microsoft.com/office/drawing/2014/main" id="{00000002-000F-4000-8000-000000000000}"/>
              </a:ext>
            </a:extLst>
          </p:cNvPr>
          <p:cNvSpPr>
            <a:spLocks noGrp="1"/>
          </p:cNvSpPr>
          <p:nvPr/>
        </p:nvSpPr>
        <p:spPr>
          <a:xfrm>
            <a:off x="3695700" y="3895725"/>
            <a:ext cx="2286000" cy="1304925"/>
          </a:xfrm>
          <a:prstGeom prst="rect">
            <a:avLst/>
          </a:prstGeom>
          <a:solidFill>
            <a:srgbClr val="156082"/>
          </a:solidFill>
          <a:ln w="0">
            <a:noFill/>
          </a:ln>
        </p:spPr>
        <p:txBody>
          <a:bodyPr/>
          <a:lstStyle/>
          <a:p>
            <a:endParaRPr lang="en-SE"/>
          </a:p>
        </p:txBody>
      </p:sp>
      <p:sp>
        <p:nvSpPr>
          <p:cNvPr id="16" name="Rectangle 15">
            <a:extLst>
              <a:ext uri="{FF2B5EF4-FFF2-40B4-BE49-F238E27FC236}">
                <a16:creationId xmlns:a16="http://schemas.microsoft.com/office/drawing/2014/main" id="{00000002-0010-4000-8000-000000000000}"/>
              </a:ext>
            </a:extLst>
          </p:cNvPr>
          <p:cNvSpPr>
            <a:spLocks noGrp="1"/>
          </p:cNvSpPr>
          <p:nvPr/>
        </p:nvSpPr>
        <p:spPr>
          <a:xfrm>
            <a:off x="3867150" y="4048125"/>
            <a:ext cx="1943100" cy="381000"/>
          </a:xfrm>
          <a:prstGeom prst="rect">
            <a:avLst/>
          </a:prstGeom>
          <a:noFill/>
          <a:ln w="0">
            <a:noFill/>
          </a:ln>
        </p:spPr>
        <p:txBody>
          <a:bodyPr>
            <a:noAutofit/>
          </a:bodyPr>
          <a:lstStyle/>
          <a:p>
            <a:pPr>
              <a:defRPr sz="1650" b="1">
                <a:solidFill>
                  <a:srgbClr val="FFFFFF"/>
                </a:solidFill>
                <a:latin typeface="Aptos"/>
                <a:ea typeface="Aptos"/>
                <a:cs typeface="Aptos"/>
              </a:defRPr>
            </a:pPr>
            <a:r>
              <a:rPr lang="nl-BE" sz="1650" b="1">
                <a:solidFill>
                  <a:srgbClr val="FFFFFF"/>
                </a:solidFill>
                <a:latin typeface="Aptos"/>
                <a:ea typeface="Aptos"/>
                <a:cs typeface="Aptos"/>
              </a:rPr>
              <a:t>Network server</a:t>
            </a:r>
          </a:p>
        </p:txBody>
      </p:sp>
      <p:sp>
        <p:nvSpPr>
          <p:cNvPr id="17" name="Rectangle 16">
            <a:extLst>
              <a:ext uri="{FF2B5EF4-FFF2-40B4-BE49-F238E27FC236}">
                <a16:creationId xmlns:a16="http://schemas.microsoft.com/office/drawing/2014/main" id="{00000002-0011-4000-8000-000000000000}"/>
              </a:ext>
            </a:extLst>
          </p:cNvPr>
          <p:cNvSpPr>
            <a:spLocks noGrp="1"/>
          </p:cNvSpPr>
          <p:nvPr/>
        </p:nvSpPr>
        <p:spPr>
          <a:xfrm>
            <a:off x="3867150" y="4495800"/>
            <a:ext cx="1943100" cy="638175"/>
          </a:xfrm>
          <a:prstGeom prst="rect">
            <a:avLst/>
          </a:prstGeom>
          <a:noFill/>
          <a:ln w="0">
            <a:noFill/>
          </a:ln>
        </p:spPr>
        <p:txBody>
          <a:bodyPr>
            <a:noAutofit/>
          </a:bodyPr>
          <a:lstStyle/>
          <a:p>
            <a:pPr>
              <a:defRPr sz="1650" b="0">
                <a:solidFill>
                  <a:srgbClr val="FFFFFF"/>
                </a:solidFill>
                <a:latin typeface="Aptos"/>
                <a:ea typeface="Aptos"/>
                <a:cs typeface="Aptos"/>
              </a:defRPr>
            </a:pPr>
            <a:r>
              <a:rPr sz="1650" b="0">
                <a:solidFill>
                  <a:srgbClr val="FFFFFF"/>
                </a:solidFill>
                <a:latin typeface="Aptos"/>
                <a:ea typeface="Aptos"/>
                <a:cs typeface="Aptos"/>
              </a:rPr>
              <a:t>Routes </a:t>
            </a:r>
            <a:r>
              <a:rPr lang="nl-BE" sz="1650" b="0">
                <a:solidFill>
                  <a:srgbClr val="FFFFFF"/>
                </a:solidFill>
                <a:latin typeface="Aptos"/>
                <a:ea typeface="Aptos"/>
                <a:cs typeface="Aptos"/>
              </a:rPr>
              <a:t>uplinks</a:t>
            </a:r>
            <a:endParaRPr sz="1650" b="0">
              <a:solidFill>
                <a:srgbClr val="FFFFFF"/>
              </a:solidFill>
              <a:latin typeface="Aptos"/>
              <a:ea typeface="Aptos"/>
              <a:cs typeface="Aptos"/>
            </a:endParaRPr>
          </a:p>
        </p:txBody>
      </p:sp>
      <p:sp>
        <p:nvSpPr>
          <p:cNvPr id="18" name="Arrow: Right 17">
            <a:extLst>
              <a:ext uri="{FF2B5EF4-FFF2-40B4-BE49-F238E27FC236}">
                <a16:creationId xmlns:a16="http://schemas.microsoft.com/office/drawing/2014/main" id="{00000002-0012-4000-8000-000000000000}"/>
              </a:ext>
            </a:extLst>
          </p:cNvPr>
          <p:cNvSpPr>
            <a:spLocks noGrp="1"/>
          </p:cNvSpPr>
          <p:nvPr/>
        </p:nvSpPr>
        <p:spPr>
          <a:xfrm>
            <a:off x="6076950" y="4448175"/>
            <a:ext cx="876300" cy="190500"/>
          </a:xfrm>
          <a:prstGeom prst="rightArrow">
            <a:avLst/>
          </a:prstGeom>
          <a:solidFill>
            <a:srgbClr val="156082"/>
          </a:solidFill>
          <a:ln w="0">
            <a:noFill/>
          </a:ln>
        </p:spPr>
        <p:txBody>
          <a:bodyPr/>
          <a:lstStyle/>
          <a:p>
            <a:endParaRPr lang="en-SE"/>
          </a:p>
        </p:txBody>
      </p:sp>
      <p:sp>
        <p:nvSpPr>
          <p:cNvPr id="19" name="Rectangle 18">
            <a:extLst>
              <a:ext uri="{FF2B5EF4-FFF2-40B4-BE49-F238E27FC236}">
                <a16:creationId xmlns:a16="http://schemas.microsoft.com/office/drawing/2014/main" id="{00000002-0013-4000-8000-000000000000}"/>
              </a:ext>
            </a:extLst>
          </p:cNvPr>
          <p:cNvSpPr>
            <a:spLocks noGrp="1"/>
          </p:cNvSpPr>
          <p:nvPr/>
        </p:nvSpPr>
        <p:spPr>
          <a:xfrm>
            <a:off x="6943725" y="2790825"/>
            <a:ext cx="19050" cy="1762125"/>
          </a:xfrm>
          <a:prstGeom prst="rect">
            <a:avLst/>
          </a:prstGeom>
          <a:solidFill>
            <a:srgbClr val="156082"/>
          </a:solidFill>
          <a:ln w="0">
            <a:noFill/>
          </a:ln>
        </p:spPr>
        <p:txBody>
          <a:bodyPr/>
          <a:lstStyle/>
          <a:p>
            <a:endParaRPr lang="en-SE"/>
          </a:p>
        </p:txBody>
      </p:sp>
      <p:sp>
        <p:nvSpPr>
          <p:cNvPr id="20" name="Arrow: Right 19">
            <a:extLst>
              <a:ext uri="{FF2B5EF4-FFF2-40B4-BE49-F238E27FC236}">
                <a16:creationId xmlns:a16="http://schemas.microsoft.com/office/drawing/2014/main" id="{00000002-0014-4000-8000-000000000000}"/>
              </a:ext>
            </a:extLst>
          </p:cNvPr>
          <p:cNvSpPr>
            <a:spLocks noGrp="1"/>
          </p:cNvSpPr>
          <p:nvPr/>
        </p:nvSpPr>
        <p:spPr>
          <a:xfrm>
            <a:off x="6953250" y="2695575"/>
            <a:ext cx="285750" cy="190500"/>
          </a:xfrm>
          <a:prstGeom prst="rightArrow">
            <a:avLst/>
          </a:prstGeom>
          <a:solidFill>
            <a:srgbClr val="156082"/>
          </a:solidFill>
          <a:ln w="0">
            <a:noFill/>
          </a:ln>
        </p:spPr>
        <p:txBody>
          <a:bodyPr/>
          <a:lstStyle/>
          <a:p>
            <a:endParaRPr lang="en-SE"/>
          </a:p>
        </p:txBody>
      </p:sp>
      <p:sp>
        <p:nvSpPr>
          <p:cNvPr id="21" name="Arrow: Right 20">
            <a:extLst>
              <a:ext uri="{FF2B5EF4-FFF2-40B4-BE49-F238E27FC236}">
                <a16:creationId xmlns:a16="http://schemas.microsoft.com/office/drawing/2014/main" id="{00000002-0015-4000-8000-000000000000}"/>
              </a:ext>
            </a:extLst>
          </p:cNvPr>
          <p:cNvSpPr>
            <a:spLocks noGrp="1"/>
          </p:cNvSpPr>
          <p:nvPr/>
        </p:nvSpPr>
        <p:spPr>
          <a:xfrm>
            <a:off x="6953250" y="4448175"/>
            <a:ext cx="285750" cy="190500"/>
          </a:xfrm>
          <a:prstGeom prst="rightArrow">
            <a:avLst/>
          </a:prstGeom>
          <a:solidFill>
            <a:srgbClr val="156082"/>
          </a:solidFill>
          <a:ln w="0">
            <a:noFill/>
          </a:ln>
        </p:spPr>
        <p:txBody>
          <a:bodyPr/>
          <a:lstStyle/>
          <a:p>
            <a:endParaRPr lang="en-SE"/>
          </a:p>
        </p:txBody>
      </p:sp>
      <p:sp>
        <p:nvSpPr>
          <p:cNvPr id="22" name="Arrow: Down 21">
            <a:extLst>
              <a:ext uri="{FF2B5EF4-FFF2-40B4-BE49-F238E27FC236}">
                <a16:creationId xmlns:a16="http://schemas.microsoft.com/office/drawing/2014/main" id="{00000002-0016-4000-8000-000000000000}"/>
              </a:ext>
            </a:extLst>
          </p:cNvPr>
          <p:cNvSpPr>
            <a:spLocks noGrp="1"/>
          </p:cNvSpPr>
          <p:nvPr/>
        </p:nvSpPr>
        <p:spPr>
          <a:xfrm>
            <a:off x="7667625" y="3295650"/>
            <a:ext cx="171450" cy="152400"/>
          </a:xfrm>
          <a:prstGeom prst="downArrow">
            <a:avLst/>
          </a:prstGeom>
          <a:solidFill>
            <a:srgbClr val="156082"/>
          </a:solidFill>
          <a:ln w="0">
            <a:noFill/>
          </a:ln>
        </p:spPr>
        <p:txBody>
          <a:bodyPr/>
          <a:lstStyle/>
          <a:p>
            <a:endParaRPr lang="en-SE"/>
          </a:p>
        </p:txBody>
      </p:sp>
      <p:sp>
        <p:nvSpPr>
          <p:cNvPr id="23" name="Rectangle 22">
            <a:extLst>
              <a:ext uri="{FF2B5EF4-FFF2-40B4-BE49-F238E27FC236}">
                <a16:creationId xmlns:a16="http://schemas.microsoft.com/office/drawing/2014/main" id="{00000002-0017-4000-8000-000000000000}"/>
              </a:ext>
            </a:extLst>
          </p:cNvPr>
          <p:cNvSpPr>
            <a:spLocks noGrp="1"/>
          </p:cNvSpPr>
          <p:nvPr/>
        </p:nvSpPr>
        <p:spPr>
          <a:xfrm>
            <a:off x="7229475" y="1752600"/>
            <a:ext cx="4286250" cy="333375"/>
          </a:xfrm>
          <a:prstGeom prst="rect">
            <a:avLst/>
          </a:prstGeom>
          <a:noFill/>
          <a:ln w="0">
            <a:noFill/>
          </a:ln>
        </p:spPr>
        <p:txBody>
          <a:bodyPr>
            <a:noAutofit/>
          </a:bodyPr>
          <a:lstStyle/>
          <a:p>
            <a:pPr>
              <a:defRPr sz="1875" b="1">
                <a:solidFill>
                  <a:srgbClr val="156082"/>
                </a:solidFill>
                <a:latin typeface="Aptos"/>
                <a:ea typeface="Aptos"/>
                <a:cs typeface="Aptos"/>
              </a:defRPr>
            </a:pPr>
            <a:r>
              <a:rPr lang="nl-BE" sz="1875" b="1">
                <a:solidFill>
                  <a:srgbClr val="156082"/>
                </a:solidFill>
                <a:latin typeface="Aptos"/>
                <a:ea typeface="Aptos"/>
                <a:cs typeface="Aptos"/>
              </a:rPr>
              <a:t>Platform-specific routes</a:t>
            </a:r>
          </a:p>
        </p:txBody>
      </p:sp>
      <p:sp>
        <p:nvSpPr>
          <p:cNvPr id="24" name="Rectangle 23">
            <a:extLst>
              <a:ext uri="{FF2B5EF4-FFF2-40B4-BE49-F238E27FC236}">
                <a16:creationId xmlns:a16="http://schemas.microsoft.com/office/drawing/2014/main" id="{00000002-0018-4000-8000-000000000000}"/>
              </a:ext>
            </a:extLst>
          </p:cNvPr>
          <p:cNvSpPr>
            <a:spLocks noGrp="1"/>
          </p:cNvSpPr>
          <p:nvPr/>
        </p:nvSpPr>
        <p:spPr>
          <a:xfrm>
            <a:off x="7239000" y="2286000"/>
            <a:ext cx="4191000" cy="1009650"/>
          </a:xfrm>
          <a:prstGeom prst="rect">
            <a:avLst/>
          </a:prstGeom>
          <a:solidFill>
            <a:srgbClr val="156082"/>
          </a:solidFill>
          <a:ln w="0">
            <a:noFill/>
          </a:ln>
        </p:spPr>
        <p:txBody>
          <a:bodyPr/>
          <a:lstStyle/>
          <a:p>
            <a:endParaRPr lang="en-SE"/>
          </a:p>
        </p:txBody>
      </p:sp>
      <p:sp>
        <p:nvSpPr>
          <p:cNvPr id="25" name="Rectangle 24">
            <a:extLst>
              <a:ext uri="{FF2B5EF4-FFF2-40B4-BE49-F238E27FC236}">
                <a16:creationId xmlns:a16="http://schemas.microsoft.com/office/drawing/2014/main" id="{00000002-0019-4000-8000-000000000000}"/>
              </a:ext>
            </a:extLst>
          </p:cNvPr>
          <p:cNvSpPr>
            <a:spLocks noGrp="1"/>
          </p:cNvSpPr>
          <p:nvPr/>
        </p:nvSpPr>
        <p:spPr>
          <a:xfrm>
            <a:off x="7410450" y="2438400"/>
            <a:ext cx="3848100" cy="381000"/>
          </a:xfrm>
          <a:prstGeom prst="rect">
            <a:avLst/>
          </a:prstGeom>
          <a:noFill/>
          <a:ln w="0">
            <a:noFill/>
          </a:ln>
        </p:spPr>
        <p:txBody>
          <a:bodyPr>
            <a:noAutofit/>
          </a:bodyPr>
          <a:lstStyle/>
          <a:p>
            <a:pPr>
              <a:defRPr sz="2025" b="1">
                <a:solidFill>
                  <a:srgbClr val="FFFFFF"/>
                </a:solidFill>
                <a:latin typeface="Aptos"/>
                <a:ea typeface="Aptos"/>
                <a:cs typeface="Aptos"/>
              </a:defRPr>
            </a:pPr>
            <a:r>
              <a:rPr lang="nl-BE" sz="2025" b="1">
                <a:solidFill>
                  <a:srgbClr val="FFFFFF"/>
                </a:solidFill>
                <a:latin typeface="Aptos"/>
                <a:ea typeface="Aptos"/>
                <a:cs typeface="Aptos"/>
              </a:rPr>
              <a:t>MQTT publisher</a:t>
            </a:r>
          </a:p>
        </p:txBody>
      </p:sp>
      <p:sp>
        <p:nvSpPr>
          <p:cNvPr id="26" name="Rectangle 25">
            <a:extLst>
              <a:ext uri="{FF2B5EF4-FFF2-40B4-BE49-F238E27FC236}">
                <a16:creationId xmlns:a16="http://schemas.microsoft.com/office/drawing/2014/main" id="{00000002-001A-4000-8000-000000000000}"/>
              </a:ext>
            </a:extLst>
          </p:cNvPr>
          <p:cNvSpPr>
            <a:spLocks noGrp="1"/>
          </p:cNvSpPr>
          <p:nvPr/>
        </p:nvSpPr>
        <p:spPr>
          <a:xfrm>
            <a:off x="7410450" y="2886075"/>
            <a:ext cx="3848100" cy="342900"/>
          </a:xfrm>
          <a:prstGeom prst="rect">
            <a:avLst/>
          </a:prstGeom>
          <a:noFill/>
          <a:ln w="0">
            <a:noFill/>
          </a:ln>
        </p:spPr>
        <p:txBody>
          <a:bodyPr>
            <a:noAutofit/>
          </a:bodyPr>
          <a:lstStyle/>
          <a:p>
            <a:pPr>
              <a:defRPr sz="1650" b="0">
                <a:solidFill>
                  <a:srgbClr val="FFFFFF"/>
                </a:solidFill>
                <a:latin typeface="Aptos"/>
                <a:ea typeface="Aptos"/>
                <a:cs typeface="Aptos"/>
              </a:defRPr>
            </a:pPr>
            <a:r>
              <a:rPr lang="nl-BE" sz="1650" b="0">
                <a:solidFill>
                  <a:srgbClr val="FFFFFF"/>
                </a:solidFill>
                <a:latin typeface="Aptos"/>
                <a:ea typeface="Aptos"/>
                <a:cs typeface="Aptos"/>
              </a:rPr>
              <a:t>Publishes to a broker</a:t>
            </a:r>
          </a:p>
        </p:txBody>
      </p:sp>
      <p:sp>
        <p:nvSpPr>
          <p:cNvPr id="27" name="Rectangle 26">
            <a:extLst>
              <a:ext uri="{FF2B5EF4-FFF2-40B4-BE49-F238E27FC236}">
                <a16:creationId xmlns:a16="http://schemas.microsoft.com/office/drawing/2014/main" id="{00000002-001B-4000-8000-000000000000}"/>
              </a:ext>
            </a:extLst>
          </p:cNvPr>
          <p:cNvSpPr>
            <a:spLocks noGrp="1"/>
          </p:cNvSpPr>
          <p:nvPr/>
        </p:nvSpPr>
        <p:spPr>
          <a:xfrm>
            <a:off x="7429500" y="3400425"/>
            <a:ext cx="2190750" cy="314325"/>
          </a:xfrm>
          <a:prstGeom prst="rect">
            <a:avLst/>
          </a:prstGeom>
          <a:noFill/>
          <a:ln w="0">
            <a:noFill/>
          </a:ln>
        </p:spPr>
        <p:txBody>
          <a:bodyPr>
            <a:noAutofit/>
          </a:bodyPr>
          <a:lstStyle/>
          <a:p>
            <a:pPr>
              <a:defRPr sz="1800" b="1">
                <a:solidFill>
                  <a:srgbClr val="156082"/>
                </a:solidFill>
                <a:latin typeface="Aptos"/>
                <a:ea typeface="Aptos"/>
                <a:cs typeface="Aptos"/>
              </a:defRPr>
            </a:pPr>
            <a:r>
              <a:rPr lang="nl-BE" sz="1800" b="1">
                <a:solidFill>
                  <a:srgbClr val="156082"/>
                </a:solidFill>
                <a:latin typeface="Aptos"/>
                <a:ea typeface="Aptos"/>
                <a:cs typeface="Aptos"/>
              </a:rPr>
              <a:t>MQTT broker</a:t>
            </a:r>
          </a:p>
        </p:txBody>
      </p:sp>
      <p:sp>
        <p:nvSpPr>
          <p:cNvPr id="28" name="Rectangle 27">
            <a:extLst>
              <a:ext uri="{FF2B5EF4-FFF2-40B4-BE49-F238E27FC236}">
                <a16:creationId xmlns:a16="http://schemas.microsoft.com/office/drawing/2014/main" id="{00000002-001C-4000-8000-000000000000}"/>
              </a:ext>
            </a:extLst>
          </p:cNvPr>
          <p:cNvSpPr>
            <a:spLocks noGrp="1"/>
          </p:cNvSpPr>
          <p:nvPr/>
        </p:nvSpPr>
        <p:spPr>
          <a:xfrm>
            <a:off x="9563100" y="3400425"/>
            <a:ext cx="1866900" cy="314325"/>
          </a:xfrm>
          <a:prstGeom prst="rect">
            <a:avLst/>
          </a:prstGeom>
          <a:noFill/>
          <a:ln w="0">
            <a:noFill/>
          </a:ln>
        </p:spPr>
        <p:txBody>
          <a:bodyPr>
            <a:noAutofit/>
          </a:bodyPr>
          <a:lstStyle/>
          <a:p>
            <a:pPr>
              <a:defRPr sz="1650" b="0">
                <a:solidFill>
                  <a:srgbClr val="0E2841"/>
                </a:solidFill>
                <a:latin typeface="Aptos"/>
                <a:ea typeface="Aptos"/>
                <a:cs typeface="Aptos"/>
              </a:defRPr>
            </a:pPr>
            <a:r>
              <a:rPr lang="nl-BE" sz="1650" b="0">
                <a:solidFill>
                  <a:srgbClr val="0E2841"/>
                </a:solidFill>
                <a:latin typeface="Aptos"/>
                <a:ea typeface="Aptos"/>
                <a:cs typeface="Aptos"/>
              </a:rPr>
              <a:t>App subscribes</a:t>
            </a:r>
          </a:p>
        </p:txBody>
      </p:sp>
      <p:sp>
        <p:nvSpPr>
          <p:cNvPr id="29" name="Arrow: Right 28">
            <a:extLst>
              <a:ext uri="{FF2B5EF4-FFF2-40B4-BE49-F238E27FC236}">
                <a16:creationId xmlns:a16="http://schemas.microsoft.com/office/drawing/2014/main" id="{00000002-001D-4000-8000-000000000000}"/>
              </a:ext>
            </a:extLst>
          </p:cNvPr>
          <p:cNvSpPr>
            <a:spLocks noGrp="1"/>
          </p:cNvSpPr>
          <p:nvPr/>
        </p:nvSpPr>
        <p:spPr>
          <a:xfrm>
            <a:off x="9220200" y="3457575"/>
            <a:ext cx="238125" cy="152400"/>
          </a:xfrm>
          <a:prstGeom prst="rightArrow">
            <a:avLst/>
          </a:prstGeom>
          <a:solidFill>
            <a:srgbClr val="156082"/>
          </a:solidFill>
          <a:ln w="0">
            <a:noFill/>
          </a:ln>
        </p:spPr>
        <p:txBody>
          <a:bodyPr/>
          <a:lstStyle/>
          <a:p>
            <a:endParaRPr lang="en-SE"/>
          </a:p>
        </p:txBody>
      </p:sp>
      <p:sp>
        <p:nvSpPr>
          <p:cNvPr id="30" name="Rectangle 29">
            <a:extLst>
              <a:ext uri="{FF2B5EF4-FFF2-40B4-BE49-F238E27FC236}">
                <a16:creationId xmlns:a16="http://schemas.microsoft.com/office/drawing/2014/main" id="{00000002-001E-4000-8000-000000000000}"/>
              </a:ext>
            </a:extLst>
          </p:cNvPr>
          <p:cNvSpPr>
            <a:spLocks noGrp="1"/>
          </p:cNvSpPr>
          <p:nvPr/>
        </p:nvSpPr>
        <p:spPr>
          <a:xfrm>
            <a:off x="7239000" y="4019550"/>
            <a:ext cx="4191000" cy="1095375"/>
          </a:xfrm>
          <a:prstGeom prst="rect">
            <a:avLst/>
          </a:prstGeom>
          <a:solidFill>
            <a:srgbClr val="196B24"/>
          </a:solidFill>
          <a:ln w="0">
            <a:noFill/>
          </a:ln>
        </p:spPr>
        <p:txBody>
          <a:bodyPr/>
          <a:lstStyle/>
          <a:p>
            <a:endParaRPr lang="en-SE"/>
          </a:p>
        </p:txBody>
      </p:sp>
      <p:sp>
        <p:nvSpPr>
          <p:cNvPr id="31" name="Rectangle 30">
            <a:extLst>
              <a:ext uri="{FF2B5EF4-FFF2-40B4-BE49-F238E27FC236}">
                <a16:creationId xmlns:a16="http://schemas.microsoft.com/office/drawing/2014/main" id="{00000002-001F-4000-8000-000000000000}"/>
              </a:ext>
            </a:extLst>
          </p:cNvPr>
          <p:cNvSpPr>
            <a:spLocks noGrp="1"/>
          </p:cNvSpPr>
          <p:nvPr/>
        </p:nvSpPr>
        <p:spPr>
          <a:xfrm>
            <a:off x="7410450" y="4171950"/>
            <a:ext cx="3848100" cy="381000"/>
          </a:xfrm>
          <a:prstGeom prst="rect">
            <a:avLst/>
          </a:prstGeom>
          <a:noFill/>
          <a:ln w="0">
            <a:noFill/>
          </a:ln>
        </p:spPr>
        <p:txBody>
          <a:bodyPr>
            <a:noAutofit/>
          </a:bodyPr>
          <a:lstStyle/>
          <a:p>
            <a:pPr>
              <a:defRPr sz="2025" b="1">
                <a:solidFill>
                  <a:srgbClr val="FFFFFF"/>
                </a:solidFill>
                <a:latin typeface="Aptos"/>
                <a:ea typeface="Aptos"/>
                <a:cs typeface="Aptos"/>
              </a:defRPr>
            </a:pPr>
            <a:r>
              <a:rPr lang="nl-BE" sz="2025" b="1">
                <a:solidFill>
                  <a:srgbClr val="FFFFFF"/>
                </a:solidFill>
                <a:latin typeface="Aptos"/>
                <a:ea typeface="Aptos"/>
                <a:cs typeface="Aptos"/>
              </a:rPr>
              <a:t>REST API / webhook</a:t>
            </a:r>
          </a:p>
        </p:txBody>
      </p:sp>
      <p:sp>
        <p:nvSpPr>
          <p:cNvPr id="32" name="Rectangle 31">
            <a:extLst>
              <a:ext uri="{FF2B5EF4-FFF2-40B4-BE49-F238E27FC236}">
                <a16:creationId xmlns:a16="http://schemas.microsoft.com/office/drawing/2014/main" id="{00000002-0020-4000-8000-000000000000}"/>
              </a:ext>
            </a:extLst>
          </p:cNvPr>
          <p:cNvSpPr>
            <a:spLocks noGrp="1"/>
          </p:cNvSpPr>
          <p:nvPr/>
        </p:nvSpPr>
        <p:spPr>
          <a:xfrm>
            <a:off x="7410450" y="4619625"/>
            <a:ext cx="3848100" cy="428625"/>
          </a:xfrm>
          <a:prstGeom prst="rect">
            <a:avLst/>
          </a:prstGeom>
          <a:noFill/>
          <a:ln w="0">
            <a:noFill/>
          </a:ln>
        </p:spPr>
        <p:txBody>
          <a:bodyPr>
            <a:noAutofit/>
          </a:bodyPr>
          <a:lstStyle/>
          <a:p>
            <a:pPr>
              <a:defRPr sz="1650" b="0">
                <a:solidFill>
                  <a:srgbClr val="FFFFFF"/>
                </a:solidFill>
                <a:latin typeface="Aptos"/>
                <a:ea typeface="Aptos"/>
                <a:cs typeface="Aptos"/>
              </a:defRPr>
            </a:pPr>
            <a:r>
              <a:rPr sz="1650" b="0">
                <a:solidFill>
                  <a:srgbClr val="FFFFFF"/>
                </a:solidFill>
                <a:latin typeface="Aptos"/>
                <a:ea typeface="Aptos"/>
                <a:cs typeface="Aptos"/>
              </a:rPr>
              <a:t>Cloud service or app/API client</a:t>
            </a:r>
          </a:p>
        </p:txBody>
      </p:sp>
      <p:sp>
        <p:nvSpPr>
          <p:cNvPr id="33" name="Rectangle 32">
            <a:extLst>
              <a:ext uri="{FF2B5EF4-FFF2-40B4-BE49-F238E27FC236}">
                <a16:creationId xmlns:a16="http://schemas.microsoft.com/office/drawing/2014/main" id="{00000002-0021-4000-8000-000000000000}"/>
              </a:ext>
            </a:extLst>
          </p:cNvPr>
          <p:cNvSpPr>
            <a:spLocks noGrp="1"/>
          </p:cNvSpPr>
          <p:nvPr/>
        </p:nvSpPr>
        <p:spPr>
          <a:xfrm>
            <a:off x="609600" y="5486400"/>
            <a:ext cx="2667000" cy="685800"/>
          </a:xfrm>
          <a:prstGeom prst="rect">
            <a:avLst/>
          </a:prstGeom>
          <a:noFill/>
          <a:ln w="0">
            <a:noFill/>
          </a:ln>
        </p:spPr>
        <p:txBody>
          <a:bodyPr>
            <a:noAutofit/>
          </a:bodyPr>
          <a:lstStyle/>
          <a:p>
            <a:pPr>
              <a:defRPr sz="2025" b="1">
                <a:solidFill>
                  <a:srgbClr val="156082"/>
                </a:solidFill>
                <a:latin typeface="Aptos"/>
                <a:ea typeface="Aptos"/>
                <a:cs typeface="Aptos"/>
              </a:defRPr>
            </a:pPr>
            <a:r>
              <a:rPr sz="2025" b="1">
                <a:solidFill>
                  <a:srgbClr val="156082"/>
                </a:solidFill>
                <a:latin typeface="Aptos"/>
                <a:ea typeface="Aptos"/>
                <a:cs typeface="Aptos"/>
              </a:rPr>
              <a:t>Payload decoding</a:t>
            </a:r>
          </a:p>
        </p:txBody>
      </p:sp>
      <p:sp>
        <p:nvSpPr>
          <p:cNvPr id="34" name="Rectangle 33">
            <a:extLst>
              <a:ext uri="{FF2B5EF4-FFF2-40B4-BE49-F238E27FC236}">
                <a16:creationId xmlns:a16="http://schemas.microsoft.com/office/drawing/2014/main" id="{00000002-0022-4000-8000-000000000000}"/>
              </a:ext>
            </a:extLst>
          </p:cNvPr>
          <p:cNvSpPr>
            <a:spLocks noGrp="1"/>
          </p:cNvSpPr>
          <p:nvPr/>
        </p:nvSpPr>
        <p:spPr>
          <a:xfrm>
            <a:off x="3486150" y="5419725"/>
            <a:ext cx="7972425" cy="685800"/>
          </a:xfrm>
          <a:prstGeom prst="rect">
            <a:avLst/>
          </a:prstGeom>
          <a:noFill/>
          <a:ln w="0">
            <a:noFill/>
          </a:ln>
        </p:spPr>
        <p:txBody>
          <a:bodyPr>
            <a:noAutofit/>
          </a:bodyPr>
          <a:lstStyle/>
          <a:p>
            <a:pPr>
              <a:defRPr sz="1800" b="0">
                <a:solidFill>
                  <a:srgbClr val="0E2841"/>
                </a:solidFill>
                <a:latin typeface="Aptos"/>
                <a:ea typeface="Aptos"/>
                <a:cs typeface="Aptos"/>
              </a:defRPr>
            </a:pPr>
            <a:r>
              <a:rPr sz="1800" b="0">
                <a:solidFill>
                  <a:srgbClr val="0E2841"/>
                </a:solidFill>
                <a:latin typeface="Aptos"/>
                <a:ea typeface="Aptos"/>
                <a:cs typeface="Aptos"/>
              </a:rPr>
              <a:t>A decoder for the exact model converts sensor bytes into readings.</a:t>
            </a:r>
          </a:p>
          <a:p>
            <a:pPr>
              <a:defRPr sz="1800" b="0">
                <a:solidFill>
                  <a:srgbClr val="0E2841"/>
                </a:solidFill>
                <a:latin typeface="Aptos"/>
                <a:ea typeface="Aptos"/>
                <a:cs typeface="Aptos"/>
              </a:defRPr>
            </a:pPr>
            <a:r>
              <a:rPr sz="1800" b="0">
                <a:solidFill>
                  <a:srgbClr val="0E2841"/>
                </a:solidFill>
                <a:latin typeface="Aptos"/>
                <a:ea typeface="Aptos"/>
                <a:cs typeface="Aptos"/>
              </a:rPr>
              <a:t>The platform may then provide JSON. Raw data may be hex or Base64.</a:t>
            </a:r>
          </a:p>
        </p:txBody>
      </p:sp>
    </p:spTree>
    <p:extLst>
      <p:ext uri="{BB962C8B-B14F-4D97-AF65-F5344CB8AC3E}">
        <p14:creationId xmlns:p14="http://schemas.microsoft.com/office/powerpoint/2010/main" val="200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04088" y="493776"/>
            <a:ext cx="10789920" cy="496290"/>
          </a:xfrm>
          <a:prstGeom prst="rect">
            <a:avLst/>
          </a:prstGeom>
          <a:noFill/>
        </p:spPr>
        <p:txBody>
          <a:bodyPr wrap="square" lIns="27432" tIns="0" rIns="27432" bIns="0">
            <a:spAutoFit/>
          </a:bodyPr>
          <a:lstStyle/>
          <a:p>
            <a:pPr>
              <a:spcAft>
                <a:spcPts val="200"/>
              </a:spcAft>
              <a:defRPr sz="3225" b="1">
                <a:solidFill>
                  <a:srgbClr val="0E2841"/>
                </a:solidFill>
                <a:latin typeface="Aptos"/>
              </a:defRPr>
            </a:pPr>
            <a:r>
              <a:rPr dirty="0"/>
              <a:t> Backend application</a:t>
            </a:r>
          </a:p>
        </p:txBody>
      </p:sp>
      <p:sp>
        <p:nvSpPr>
          <p:cNvPr id="3" name="TextBox 2"/>
          <p:cNvSpPr txBox="1"/>
          <p:nvPr/>
        </p:nvSpPr>
        <p:spPr>
          <a:xfrm>
            <a:off x="704088" y="1188720"/>
            <a:ext cx="10789920" cy="594360"/>
          </a:xfrm>
          <a:prstGeom prst="rect">
            <a:avLst/>
          </a:prstGeom>
          <a:noFill/>
        </p:spPr>
        <p:txBody>
          <a:bodyPr wrap="square" lIns="27432" tIns="0" rIns="27432" bIns="0">
            <a:spAutoFit/>
          </a:bodyPr>
          <a:lstStyle/>
          <a:p>
            <a:pPr>
              <a:spcAft>
                <a:spcPts val="200"/>
              </a:spcAft>
              <a:defRPr sz="2025" b="0">
                <a:solidFill>
                  <a:srgbClr val="0E2841"/>
                </a:solidFill>
                <a:latin typeface="Aptos"/>
              </a:defRPr>
            </a:pPr>
            <a:r>
              <a:t>Processes sensor data and manages the rules that create alerts.</a:t>
            </a:r>
          </a:p>
        </p:txBody>
      </p:sp>
      <p:sp>
        <p:nvSpPr>
          <p:cNvPr id="4" name="TextBox 3"/>
          <p:cNvSpPr txBox="1"/>
          <p:nvPr/>
        </p:nvSpPr>
        <p:spPr>
          <a:xfrm>
            <a:off x="704088" y="6382512"/>
            <a:ext cx="9144000" cy="228600"/>
          </a:xfrm>
          <a:prstGeom prst="rect">
            <a:avLst/>
          </a:prstGeom>
          <a:noFill/>
        </p:spPr>
        <p:txBody>
          <a:bodyPr wrap="square" lIns="27432" tIns="0" rIns="27432" bIns="0">
            <a:spAutoFit/>
          </a:bodyPr>
          <a:lstStyle/>
          <a:p>
            <a:pPr>
              <a:spcAft>
                <a:spcPts val="200"/>
              </a:spcAft>
              <a:defRPr sz="1200" b="0">
                <a:solidFill>
                  <a:srgbClr val="156082"/>
                </a:solidFill>
                <a:latin typeface="Aptos"/>
              </a:defRPr>
            </a:pPr>
            <a:r>
              <a:t>AM300 SENSOR + UG65 GATEWAY</a:t>
            </a:r>
          </a:p>
        </p:txBody>
      </p:sp>
      <p:sp>
        <p:nvSpPr>
          <p:cNvPr id="5" name="TextBox 4"/>
          <p:cNvSpPr txBox="1"/>
          <p:nvPr/>
        </p:nvSpPr>
        <p:spPr>
          <a:xfrm>
            <a:off x="11109960" y="6327648"/>
            <a:ext cx="457200" cy="253916"/>
          </a:xfrm>
          <a:prstGeom prst="rect">
            <a:avLst/>
          </a:prstGeom>
          <a:noFill/>
        </p:spPr>
        <p:txBody>
          <a:bodyPr wrap="square" lIns="27432" tIns="0" rIns="27432" bIns="0">
            <a:spAutoFit/>
          </a:bodyPr>
          <a:lstStyle/>
          <a:p>
            <a:pPr>
              <a:spcAft>
                <a:spcPts val="200"/>
              </a:spcAft>
              <a:defRPr sz="1650" b="0">
                <a:solidFill>
                  <a:srgbClr val="156082"/>
                </a:solidFill>
                <a:latin typeface="Aptos"/>
              </a:defRPr>
            </a:pPr>
            <a:r>
              <a:rPr dirty="0"/>
              <a:t>0</a:t>
            </a:r>
            <a:r>
              <a:rPr lang="en-US" dirty="0"/>
              <a:t>4</a:t>
            </a:r>
            <a:endParaRPr dirty="0"/>
          </a:p>
        </p:txBody>
      </p:sp>
      <p:sp>
        <p:nvSpPr>
          <p:cNvPr id="6" name="TextBox 5"/>
          <p:cNvSpPr txBox="1"/>
          <p:nvPr/>
        </p:nvSpPr>
        <p:spPr>
          <a:xfrm>
            <a:off x="704088" y="1865376"/>
            <a:ext cx="1828800" cy="274320"/>
          </a:xfrm>
          <a:prstGeom prst="rect">
            <a:avLst/>
          </a:prstGeom>
          <a:noFill/>
        </p:spPr>
        <p:txBody>
          <a:bodyPr wrap="square" lIns="27432" tIns="0" rIns="27432" bIns="0">
            <a:spAutoFit/>
          </a:bodyPr>
          <a:lstStyle/>
          <a:p>
            <a:pPr>
              <a:spcAft>
                <a:spcPts val="200"/>
              </a:spcAft>
              <a:defRPr sz="1600" b="1">
                <a:solidFill>
                  <a:srgbClr val="156082"/>
                </a:solidFill>
                <a:latin typeface="Aptos"/>
              </a:defRPr>
            </a:pPr>
            <a:r>
              <a:t>INPUT</a:t>
            </a:r>
          </a:p>
        </p:txBody>
      </p:sp>
      <p:sp>
        <p:nvSpPr>
          <p:cNvPr id="7" name="TextBox 6"/>
          <p:cNvSpPr txBox="1"/>
          <p:nvPr/>
        </p:nvSpPr>
        <p:spPr>
          <a:xfrm>
            <a:off x="1920240" y="1865376"/>
            <a:ext cx="8229600" cy="320040"/>
          </a:xfrm>
          <a:prstGeom prst="rect">
            <a:avLst/>
          </a:prstGeom>
          <a:noFill/>
        </p:spPr>
        <p:txBody>
          <a:bodyPr wrap="square" lIns="27432" tIns="0" rIns="27432" bIns="0">
            <a:spAutoFit/>
          </a:bodyPr>
          <a:lstStyle/>
          <a:p>
            <a:pPr>
              <a:spcAft>
                <a:spcPts val="200"/>
              </a:spcAft>
              <a:defRPr sz="1900" b="0">
                <a:solidFill>
                  <a:srgbClr val="0E2841"/>
                </a:solidFill>
                <a:latin typeface="Aptos"/>
              </a:defRPr>
            </a:pPr>
            <a:r>
              <a:t>Sensor data from the network server</a:t>
            </a:r>
          </a:p>
        </p:txBody>
      </p:sp>
      <p:sp>
        <p:nvSpPr>
          <p:cNvPr id="8" name="Rectangle 7"/>
          <p:cNvSpPr/>
          <p:nvPr/>
        </p:nvSpPr>
        <p:spPr>
          <a:xfrm>
            <a:off x="704088" y="2615184"/>
            <a:ext cx="2395728" cy="160020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2724912"/>
            <a:ext cx="2121408" cy="292608"/>
          </a:xfrm>
          <a:prstGeom prst="rect">
            <a:avLst/>
          </a:prstGeom>
          <a:noFill/>
        </p:spPr>
        <p:txBody>
          <a:bodyPr wrap="square" lIns="27432" tIns="0" rIns="27432" bIns="0">
            <a:spAutoFit/>
          </a:bodyPr>
          <a:lstStyle/>
          <a:p>
            <a:pPr>
              <a:spcAft>
                <a:spcPts val="200"/>
              </a:spcAft>
              <a:defRPr sz="1700" b="1">
                <a:solidFill>
                  <a:srgbClr val="FFFFFF"/>
                </a:solidFill>
                <a:latin typeface="Aptos"/>
              </a:defRPr>
            </a:pPr>
            <a:r>
              <a:t>Receive and decode</a:t>
            </a:r>
          </a:p>
        </p:txBody>
      </p:sp>
      <p:sp>
        <p:nvSpPr>
          <p:cNvPr id="10" name="TextBox 9"/>
          <p:cNvSpPr txBox="1"/>
          <p:nvPr/>
        </p:nvSpPr>
        <p:spPr>
          <a:xfrm>
            <a:off x="841248" y="3118104"/>
            <a:ext cx="2121408" cy="1069848"/>
          </a:xfrm>
          <a:prstGeom prst="rect">
            <a:avLst/>
          </a:prstGeom>
          <a:noFill/>
        </p:spPr>
        <p:txBody>
          <a:bodyPr wrap="square" lIns="27432" tIns="0" rIns="27432" bIns="0">
            <a:spAutoFit/>
          </a:bodyPr>
          <a:lstStyle/>
          <a:p>
            <a:pPr>
              <a:spcAft>
                <a:spcPts val="200"/>
              </a:spcAft>
              <a:defRPr sz="1500" b="0">
                <a:solidFill>
                  <a:srgbClr val="FFFFFF"/>
                </a:solidFill>
                <a:latin typeface="Aptos"/>
              </a:defRPr>
            </a:pPr>
            <a:r>
              <a:t>Receive messages.</a:t>
            </a:r>
          </a:p>
          <a:p>
            <a:pPr>
              <a:spcAft>
                <a:spcPts val="200"/>
              </a:spcAft>
              <a:defRPr sz="1500" b="0">
                <a:solidFill>
                  <a:srgbClr val="FFFFFF"/>
                </a:solidFill>
                <a:latin typeface="Aptos"/>
              </a:defRPr>
            </a:pPr>
            <a:r>
              <a:t>Decode payloads</a:t>
            </a:r>
          </a:p>
          <a:p>
            <a:pPr>
              <a:spcAft>
                <a:spcPts val="200"/>
              </a:spcAft>
              <a:defRPr sz="1500" b="0">
                <a:solidFill>
                  <a:srgbClr val="FFFFFF"/>
                </a:solidFill>
                <a:latin typeface="Aptos"/>
              </a:defRPr>
            </a:pPr>
            <a:r>
              <a:t>when necessary.</a:t>
            </a:r>
          </a:p>
        </p:txBody>
      </p:sp>
      <p:cxnSp>
        <p:nvCxnSpPr>
          <p:cNvPr id="11" name="Connector 10"/>
          <p:cNvCxnSpPr/>
          <p:nvPr/>
        </p:nvCxnSpPr>
        <p:spPr>
          <a:xfrm>
            <a:off x="3127248" y="3337560"/>
            <a:ext cx="283464" cy="0"/>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474720" y="2615184"/>
            <a:ext cx="2395728" cy="160020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11879" y="2724912"/>
            <a:ext cx="2121408" cy="292608"/>
          </a:xfrm>
          <a:prstGeom prst="rect">
            <a:avLst/>
          </a:prstGeom>
          <a:noFill/>
        </p:spPr>
        <p:txBody>
          <a:bodyPr wrap="square" lIns="27432" tIns="0" rIns="27432" bIns="0">
            <a:spAutoFit/>
          </a:bodyPr>
          <a:lstStyle/>
          <a:p>
            <a:pPr>
              <a:spcAft>
                <a:spcPts val="200"/>
              </a:spcAft>
              <a:defRPr sz="1700" b="1">
                <a:solidFill>
                  <a:srgbClr val="FFFFFF"/>
                </a:solidFill>
                <a:latin typeface="Aptos"/>
              </a:defRPr>
            </a:pPr>
            <a:r>
              <a:t>Validate</a:t>
            </a:r>
          </a:p>
        </p:txBody>
      </p:sp>
      <p:sp>
        <p:nvSpPr>
          <p:cNvPr id="14" name="TextBox 13"/>
          <p:cNvSpPr txBox="1"/>
          <p:nvPr/>
        </p:nvSpPr>
        <p:spPr>
          <a:xfrm>
            <a:off x="3611879" y="3118104"/>
            <a:ext cx="2121408" cy="1069848"/>
          </a:xfrm>
          <a:prstGeom prst="rect">
            <a:avLst/>
          </a:prstGeom>
          <a:noFill/>
        </p:spPr>
        <p:txBody>
          <a:bodyPr wrap="square" lIns="27432" tIns="0" rIns="27432" bIns="0">
            <a:spAutoFit/>
          </a:bodyPr>
          <a:lstStyle/>
          <a:p>
            <a:pPr>
              <a:spcAft>
                <a:spcPts val="200"/>
              </a:spcAft>
              <a:defRPr sz="1500" b="0">
                <a:solidFill>
                  <a:srgbClr val="FFFFFF"/>
                </a:solidFill>
                <a:latin typeface="Aptos"/>
              </a:defRPr>
            </a:pPr>
            <a:r>
              <a:t>Check readings</a:t>
            </a:r>
          </a:p>
          <a:p>
            <a:pPr>
              <a:spcAft>
                <a:spcPts val="200"/>
              </a:spcAft>
              <a:defRPr sz="1500" b="0">
                <a:solidFill>
                  <a:srgbClr val="FFFFFF"/>
                </a:solidFill>
                <a:latin typeface="Aptos"/>
              </a:defRPr>
            </a:pPr>
            <a:r>
              <a:t>and timestamps.</a:t>
            </a:r>
          </a:p>
        </p:txBody>
      </p:sp>
      <p:cxnSp>
        <p:nvCxnSpPr>
          <p:cNvPr id="15" name="Connector 14"/>
          <p:cNvCxnSpPr/>
          <p:nvPr/>
        </p:nvCxnSpPr>
        <p:spPr>
          <a:xfrm>
            <a:off x="5897879" y="3337560"/>
            <a:ext cx="283465" cy="0"/>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245352" y="2615184"/>
            <a:ext cx="2395728" cy="160020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82512" y="2724912"/>
            <a:ext cx="2121408" cy="292608"/>
          </a:xfrm>
          <a:prstGeom prst="rect">
            <a:avLst/>
          </a:prstGeom>
          <a:noFill/>
        </p:spPr>
        <p:txBody>
          <a:bodyPr wrap="square" lIns="27432" tIns="0" rIns="27432" bIns="0">
            <a:spAutoFit/>
          </a:bodyPr>
          <a:lstStyle/>
          <a:p>
            <a:pPr>
              <a:spcAft>
                <a:spcPts val="200"/>
              </a:spcAft>
              <a:defRPr sz="1700" b="1">
                <a:solidFill>
                  <a:srgbClr val="FFFFFF"/>
                </a:solidFill>
                <a:latin typeface="Aptos"/>
              </a:defRPr>
            </a:pPr>
            <a:r>
              <a:t>Apply rules</a:t>
            </a:r>
          </a:p>
        </p:txBody>
      </p:sp>
      <p:sp>
        <p:nvSpPr>
          <p:cNvPr id="18" name="TextBox 17"/>
          <p:cNvSpPr txBox="1"/>
          <p:nvPr/>
        </p:nvSpPr>
        <p:spPr>
          <a:xfrm>
            <a:off x="6382512" y="3118104"/>
            <a:ext cx="2121408" cy="1069848"/>
          </a:xfrm>
          <a:prstGeom prst="rect">
            <a:avLst/>
          </a:prstGeom>
          <a:noFill/>
        </p:spPr>
        <p:txBody>
          <a:bodyPr wrap="square" lIns="27432" tIns="0" rIns="27432" bIns="0">
            <a:spAutoFit/>
          </a:bodyPr>
          <a:lstStyle/>
          <a:p>
            <a:pPr>
              <a:spcAft>
                <a:spcPts val="200"/>
              </a:spcAft>
              <a:defRPr sz="1500" b="0">
                <a:solidFill>
                  <a:srgbClr val="FFFFFF"/>
                </a:solidFill>
                <a:latin typeface="Aptos"/>
              </a:defRPr>
            </a:pPr>
            <a:r>
              <a:t>Evaluate configured</a:t>
            </a:r>
          </a:p>
          <a:p>
            <a:pPr>
              <a:spcAft>
                <a:spcPts val="200"/>
              </a:spcAft>
              <a:defRPr sz="1500" b="0">
                <a:solidFill>
                  <a:srgbClr val="FFFFFF"/>
                </a:solidFill>
                <a:latin typeface="Aptos"/>
              </a:defRPr>
            </a:pPr>
            <a:r>
              <a:t>thresholds and</a:t>
            </a:r>
          </a:p>
          <a:p>
            <a:pPr>
              <a:spcAft>
                <a:spcPts val="200"/>
              </a:spcAft>
              <a:defRPr sz="1500" b="0">
                <a:solidFill>
                  <a:srgbClr val="FFFFFF"/>
                </a:solidFill>
                <a:latin typeface="Aptos"/>
              </a:defRPr>
            </a:pPr>
            <a:r>
              <a:t>generate alerts.</a:t>
            </a:r>
          </a:p>
        </p:txBody>
      </p:sp>
      <p:cxnSp>
        <p:nvCxnSpPr>
          <p:cNvPr id="19" name="Connector 18"/>
          <p:cNvCxnSpPr/>
          <p:nvPr/>
        </p:nvCxnSpPr>
        <p:spPr>
          <a:xfrm>
            <a:off x="8668512" y="3337560"/>
            <a:ext cx="283464" cy="0"/>
          </a:xfrm>
          <a:prstGeom prst="line">
            <a:avLst/>
          </a:prstGeom>
          <a:ln w="22860">
            <a:solidFill>
              <a:srgbClr val="156082"/>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9015984" y="2615184"/>
            <a:ext cx="2395728" cy="160020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53144" y="2724912"/>
            <a:ext cx="2121408" cy="292608"/>
          </a:xfrm>
          <a:prstGeom prst="rect">
            <a:avLst/>
          </a:prstGeom>
          <a:noFill/>
        </p:spPr>
        <p:txBody>
          <a:bodyPr wrap="square" lIns="27432" tIns="0" rIns="27432" bIns="0">
            <a:spAutoFit/>
          </a:bodyPr>
          <a:lstStyle/>
          <a:p>
            <a:pPr>
              <a:spcAft>
                <a:spcPts val="200"/>
              </a:spcAft>
              <a:defRPr sz="1700" b="1">
                <a:solidFill>
                  <a:srgbClr val="FFFFFF"/>
                </a:solidFill>
                <a:latin typeface="Aptos"/>
              </a:defRPr>
            </a:pPr>
            <a:r>
              <a:t>Store and serve</a:t>
            </a:r>
          </a:p>
        </p:txBody>
      </p:sp>
      <p:sp>
        <p:nvSpPr>
          <p:cNvPr id="22" name="TextBox 21"/>
          <p:cNvSpPr txBox="1"/>
          <p:nvPr/>
        </p:nvSpPr>
        <p:spPr>
          <a:xfrm>
            <a:off x="9153144" y="3118104"/>
            <a:ext cx="2121408" cy="1069848"/>
          </a:xfrm>
          <a:prstGeom prst="rect">
            <a:avLst/>
          </a:prstGeom>
          <a:noFill/>
        </p:spPr>
        <p:txBody>
          <a:bodyPr wrap="square" lIns="27432" tIns="0" rIns="27432" bIns="0">
            <a:spAutoFit/>
          </a:bodyPr>
          <a:lstStyle/>
          <a:p>
            <a:pPr>
              <a:spcAft>
                <a:spcPts val="200"/>
              </a:spcAft>
              <a:defRPr sz="1500" b="0">
                <a:solidFill>
                  <a:srgbClr val="FFFFFF"/>
                </a:solidFill>
                <a:latin typeface="Aptos"/>
              </a:defRPr>
            </a:pPr>
            <a:r>
              <a:t>Store readings and</a:t>
            </a:r>
          </a:p>
          <a:p>
            <a:pPr>
              <a:spcAft>
                <a:spcPts val="200"/>
              </a:spcAft>
              <a:defRPr sz="1500" b="0">
                <a:solidFill>
                  <a:srgbClr val="FFFFFF"/>
                </a:solidFill>
                <a:latin typeface="Aptos"/>
              </a:defRPr>
            </a:pPr>
            <a:r>
              <a:t>alerts. Provide data</a:t>
            </a:r>
          </a:p>
          <a:p>
            <a:pPr>
              <a:spcAft>
                <a:spcPts val="200"/>
              </a:spcAft>
              <a:defRPr sz="1500" b="0">
                <a:solidFill>
                  <a:srgbClr val="FFFFFF"/>
                </a:solidFill>
                <a:latin typeface="Aptos"/>
              </a:defRPr>
            </a:pPr>
            <a:r>
              <a:t>through an API.</a:t>
            </a:r>
          </a:p>
        </p:txBody>
      </p:sp>
      <p:sp>
        <p:nvSpPr>
          <p:cNvPr id="23" name="TextBox 22"/>
          <p:cNvSpPr txBox="1"/>
          <p:nvPr/>
        </p:nvSpPr>
        <p:spPr>
          <a:xfrm>
            <a:off x="704088" y="4727448"/>
            <a:ext cx="1828800" cy="320040"/>
          </a:xfrm>
          <a:prstGeom prst="rect">
            <a:avLst/>
          </a:prstGeom>
          <a:noFill/>
        </p:spPr>
        <p:txBody>
          <a:bodyPr wrap="square" lIns="27432" tIns="0" rIns="27432" bIns="0">
            <a:spAutoFit/>
          </a:bodyPr>
          <a:lstStyle/>
          <a:p>
            <a:pPr>
              <a:spcAft>
                <a:spcPts val="200"/>
              </a:spcAft>
              <a:defRPr sz="1600" b="1">
                <a:solidFill>
                  <a:srgbClr val="156082"/>
                </a:solidFill>
                <a:latin typeface="Aptos"/>
              </a:defRPr>
            </a:pPr>
            <a:r>
              <a:t>OUTPUT</a:t>
            </a:r>
          </a:p>
        </p:txBody>
      </p:sp>
      <p:sp>
        <p:nvSpPr>
          <p:cNvPr id="24" name="TextBox 23"/>
          <p:cNvSpPr txBox="1"/>
          <p:nvPr/>
        </p:nvSpPr>
        <p:spPr>
          <a:xfrm>
            <a:off x="1920240" y="4681728"/>
            <a:ext cx="9235440" cy="566928"/>
          </a:xfrm>
          <a:prstGeom prst="rect">
            <a:avLst/>
          </a:prstGeom>
          <a:noFill/>
        </p:spPr>
        <p:txBody>
          <a:bodyPr wrap="square" lIns="27432" tIns="0" rIns="27432" bIns="0">
            <a:spAutoFit/>
          </a:bodyPr>
          <a:lstStyle/>
          <a:p>
            <a:pPr>
              <a:spcAft>
                <a:spcPts val="200"/>
              </a:spcAft>
              <a:defRPr sz="2025" b="0">
                <a:solidFill>
                  <a:srgbClr val="0E2841"/>
                </a:solidFill>
                <a:latin typeface="Aptos"/>
              </a:defRPr>
            </a:pPr>
            <a:r>
              <a:t>Validated readings, stored records and alert information</a:t>
            </a:r>
          </a:p>
        </p:txBody>
      </p:sp>
      <p:sp>
        <p:nvSpPr>
          <p:cNvPr id="25" name="TextBox 24"/>
          <p:cNvSpPr txBox="1"/>
          <p:nvPr/>
        </p:nvSpPr>
        <p:spPr>
          <a:xfrm>
            <a:off x="704088" y="5577840"/>
            <a:ext cx="10789920" cy="384048"/>
          </a:xfrm>
          <a:prstGeom prst="rect">
            <a:avLst/>
          </a:prstGeom>
          <a:noFill/>
        </p:spPr>
        <p:txBody>
          <a:bodyPr wrap="square" lIns="27432" tIns="0" rIns="27432" bIns="0">
            <a:spAutoFit/>
          </a:bodyPr>
          <a:lstStyle/>
          <a:p>
            <a:pPr>
              <a:spcAft>
                <a:spcPts val="200"/>
              </a:spcAft>
              <a:defRPr sz="1900" b="0">
                <a:solidFill>
                  <a:srgbClr val="0E2841"/>
                </a:solidFill>
                <a:latin typeface="Aptos"/>
              </a:defRPr>
            </a:pPr>
            <a:r>
              <a:t>The frontend requests data through the backend API.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04088" y="493776"/>
            <a:ext cx="10789920" cy="496290"/>
          </a:xfrm>
          <a:prstGeom prst="rect">
            <a:avLst/>
          </a:prstGeom>
          <a:noFill/>
        </p:spPr>
        <p:txBody>
          <a:bodyPr wrap="square" lIns="27432" tIns="0" rIns="27432" bIns="0">
            <a:spAutoFit/>
          </a:bodyPr>
          <a:lstStyle/>
          <a:p>
            <a:pPr>
              <a:spcAft>
                <a:spcPts val="200"/>
              </a:spcAft>
              <a:defRPr sz="3225" b="1">
                <a:solidFill>
                  <a:srgbClr val="0E2841"/>
                </a:solidFill>
                <a:latin typeface="Aptos"/>
              </a:defRPr>
            </a:pPr>
            <a:r>
              <a:rPr dirty="0"/>
              <a:t>Database</a:t>
            </a:r>
          </a:p>
        </p:txBody>
      </p:sp>
      <p:sp>
        <p:nvSpPr>
          <p:cNvPr id="3" name="TextBox 2"/>
          <p:cNvSpPr txBox="1"/>
          <p:nvPr/>
        </p:nvSpPr>
        <p:spPr>
          <a:xfrm>
            <a:off x="704088" y="1188720"/>
            <a:ext cx="10789920" cy="594360"/>
          </a:xfrm>
          <a:prstGeom prst="rect">
            <a:avLst/>
          </a:prstGeom>
          <a:noFill/>
        </p:spPr>
        <p:txBody>
          <a:bodyPr wrap="square" lIns="27432" tIns="0" rIns="27432" bIns="0">
            <a:spAutoFit/>
          </a:bodyPr>
          <a:lstStyle/>
          <a:p>
            <a:pPr>
              <a:spcAft>
                <a:spcPts val="200"/>
              </a:spcAft>
              <a:defRPr sz="2025" b="0">
                <a:solidFill>
                  <a:srgbClr val="0E2841"/>
                </a:solidFill>
                <a:latin typeface="Aptos"/>
              </a:defRPr>
            </a:pPr>
            <a:r>
              <a:t>Stores sensor readings and alert information for historical analysis.</a:t>
            </a:r>
          </a:p>
        </p:txBody>
      </p:sp>
      <p:sp>
        <p:nvSpPr>
          <p:cNvPr id="4" name="TextBox 3"/>
          <p:cNvSpPr txBox="1"/>
          <p:nvPr/>
        </p:nvSpPr>
        <p:spPr>
          <a:xfrm>
            <a:off x="704088" y="6382512"/>
            <a:ext cx="9144000" cy="228600"/>
          </a:xfrm>
          <a:prstGeom prst="rect">
            <a:avLst/>
          </a:prstGeom>
          <a:noFill/>
        </p:spPr>
        <p:txBody>
          <a:bodyPr wrap="square" lIns="27432" tIns="0" rIns="27432" bIns="0">
            <a:spAutoFit/>
          </a:bodyPr>
          <a:lstStyle/>
          <a:p>
            <a:pPr>
              <a:spcAft>
                <a:spcPts val="200"/>
              </a:spcAft>
              <a:defRPr sz="1200" b="0">
                <a:solidFill>
                  <a:srgbClr val="156082"/>
                </a:solidFill>
                <a:latin typeface="Aptos"/>
              </a:defRPr>
            </a:pPr>
            <a:r>
              <a:t>AM300 SENSOR + UG65 GATEWAY</a:t>
            </a:r>
          </a:p>
        </p:txBody>
      </p:sp>
      <p:sp>
        <p:nvSpPr>
          <p:cNvPr id="5" name="TextBox 4"/>
          <p:cNvSpPr txBox="1"/>
          <p:nvPr/>
        </p:nvSpPr>
        <p:spPr>
          <a:xfrm>
            <a:off x="11109960" y="6327648"/>
            <a:ext cx="457200" cy="253916"/>
          </a:xfrm>
          <a:prstGeom prst="rect">
            <a:avLst/>
          </a:prstGeom>
          <a:noFill/>
        </p:spPr>
        <p:txBody>
          <a:bodyPr wrap="square" lIns="27432" tIns="0" rIns="27432" bIns="0">
            <a:spAutoFit/>
          </a:bodyPr>
          <a:lstStyle/>
          <a:p>
            <a:pPr>
              <a:spcAft>
                <a:spcPts val="200"/>
              </a:spcAft>
              <a:defRPr sz="1650" b="0">
                <a:solidFill>
                  <a:srgbClr val="156082"/>
                </a:solidFill>
                <a:latin typeface="Aptos"/>
              </a:defRPr>
            </a:pPr>
            <a:r>
              <a:rPr dirty="0"/>
              <a:t>0</a:t>
            </a:r>
            <a:r>
              <a:rPr lang="en-US" dirty="0"/>
              <a:t>5</a:t>
            </a:r>
            <a:endParaRPr dirty="0"/>
          </a:p>
        </p:txBody>
      </p:sp>
      <p:sp>
        <p:nvSpPr>
          <p:cNvPr id="6" name="TextBox 5"/>
          <p:cNvSpPr txBox="1"/>
          <p:nvPr/>
        </p:nvSpPr>
        <p:spPr>
          <a:xfrm>
            <a:off x="704088" y="1865376"/>
            <a:ext cx="6858000" cy="365760"/>
          </a:xfrm>
          <a:prstGeom prst="rect">
            <a:avLst/>
          </a:prstGeom>
          <a:noFill/>
        </p:spPr>
        <p:txBody>
          <a:bodyPr wrap="square" lIns="27432" tIns="0" rIns="27432" bIns="0">
            <a:spAutoFit/>
          </a:bodyPr>
          <a:lstStyle/>
          <a:p>
            <a:pPr>
              <a:spcAft>
                <a:spcPts val="200"/>
              </a:spcAft>
              <a:defRPr sz="1700" b="1">
                <a:solidFill>
                  <a:srgbClr val="156082"/>
                </a:solidFill>
                <a:latin typeface="Aptos"/>
              </a:defRPr>
            </a:pPr>
            <a:r>
              <a:t>POSSIBLE RECORD CONTENT</a:t>
            </a:r>
          </a:p>
        </p:txBody>
      </p:sp>
      <p:graphicFrame>
        <p:nvGraphicFramePr>
          <p:cNvPr id="7" name="Table 6"/>
          <p:cNvGraphicFramePr>
            <a:graphicFrameLocks noGrp="1"/>
          </p:cNvGraphicFramePr>
          <p:nvPr/>
        </p:nvGraphicFramePr>
        <p:xfrm>
          <a:off x="704088" y="2331720"/>
          <a:ext cx="6995160" cy="3273552"/>
        </p:xfrm>
        <a:graphic>
          <a:graphicData uri="http://schemas.openxmlformats.org/drawingml/2006/table">
            <a:tbl>
              <a:tblPr firstRow="1" bandRow="1">
                <a:tableStyleId>{5C22544A-7EE6-4342-B048-85BDC9FD1C3A}</a:tableStyleId>
              </a:tblPr>
              <a:tblGrid>
                <a:gridCol w="24231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545592">
                <a:tc>
                  <a:txBody>
                    <a:bodyPr/>
                    <a:lstStyle/>
                    <a:p>
                      <a:pPr>
                        <a:defRPr sz="1700" b="1">
                          <a:solidFill>
                            <a:srgbClr val="FFFFFF"/>
                          </a:solidFill>
                          <a:latin typeface="Aptos"/>
                        </a:defRPr>
                      </a:pPr>
                      <a:r>
                        <a:t>Information group</a:t>
                      </a:r>
                    </a:p>
                  </a:txBody>
                  <a:tcPr marL="137160" marR="109728" marT="100584" marB="54864">
                    <a:solidFill>
                      <a:srgbClr val="156082"/>
                    </a:solidFill>
                  </a:tcPr>
                </a:tc>
                <a:tc>
                  <a:txBody>
                    <a:bodyPr/>
                    <a:lstStyle/>
                    <a:p>
                      <a:pPr>
                        <a:defRPr sz="1700" b="1">
                          <a:solidFill>
                            <a:srgbClr val="FFFFFF"/>
                          </a:solidFill>
                          <a:latin typeface="Aptos"/>
                        </a:defRPr>
                      </a:pPr>
                      <a:r>
                        <a:t>Fields to store</a:t>
                      </a:r>
                    </a:p>
                  </a:txBody>
                  <a:tcPr marL="137160" marR="109728" marT="100584" marB="54864">
                    <a:solidFill>
                      <a:srgbClr val="156082"/>
                    </a:solidFill>
                  </a:tcPr>
                </a:tc>
                <a:extLst>
                  <a:ext uri="{0D108BD9-81ED-4DB2-BD59-A6C34878D82A}">
                    <a16:rowId xmlns:a16="http://schemas.microsoft.com/office/drawing/2014/main" val="10000"/>
                  </a:ext>
                </a:extLst>
              </a:tr>
              <a:tr h="545592">
                <a:tc>
                  <a:txBody>
                    <a:bodyPr/>
                    <a:lstStyle/>
                    <a:p>
                      <a:pPr>
                        <a:defRPr sz="1700" b="0">
                          <a:solidFill>
                            <a:srgbClr val="0E2841"/>
                          </a:solidFill>
                          <a:latin typeface="Aptos"/>
                        </a:defRPr>
                      </a:pPr>
                      <a:r>
                        <a:t>Identity and location</a:t>
                      </a:r>
                    </a:p>
                  </a:txBody>
                  <a:tcPr marL="137160" marR="109728" marT="100584" marB="54864">
                    <a:solidFill>
                      <a:srgbClr val="F0F4F6"/>
                    </a:solidFill>
                  </a:tcPr>
                </a:tc>
                <a:tc>
                  <a:txBody>
                    <a:bodyPr/>
                    <a:lstStyle/>
                    <a:p>
                      <a:pPr>
                        <a:defRPr sz="1700" b="0">
                          <a:solidFill>
                            <a:srgbClr val="0E2841"/>
                          </a:solidFill>
                          <a:latin typeface="Aptos"/>
                        </a:defRPr>
                      </a:pPr>
                      <a:r>
                        <a:t>Device ID, room or sensor location</a:t>
                      </a:r>
                    </a:p>
                  </a:txBody>
                  <a:tcPr marL="137160" marR="109728" marT="100584" marB="54864">
                    <a:solidFill>
                      <a:srgbClr val="F0F4F6"/>
                    </a:solidFill>
                  </a:tcPr>
                </a:tc>
                <a:extLst>
                  <a:ext uri="{0D108BD9-81ED-4DB2-BD59-A6C34878D82A}">
                    <a16:rowId xmlns:a16="http://schemas.microsoft.com/office/drawing/2014/main" val="10001"/>
                  </a:ext>
                </a:extLst>
              </a:tr>
              <a:tr h="545592">
                <a:tc>
                  <a:txBody>
                    <a:bodyPr/>
                    <a:lstStyle/>
                    <a:p>
                      <a:pPr>
                        <a:defRPr sz="1700" b="0">
                          <a:solidFill>
                            <a:srgbClr val="0E2841"/>
                          </a:solidFill>
                          <a:latin typeface="Aptos"/>
                        </a:defRPr>
                      </a:pPr>
                      <a:r>
                        <a:t>Measurement</a:t>
                      </a:r>
                    </a:p>
                  </a:txBody>
                  <a:tcPr marL="137160" marR="109728" marT="100584" marB="54864">
                    <a:solidFill>
                      <a:srgbClr val="FFFFFF"/>
                    </a:solidFill>
                  </a:tcPr>
                </a:tc>
                <a:tc>
                  <a:txBody>
                    <a:bodyPr/>
                    <a:lstStyle/>
                    <a:p>
                      <a:pPr>
                        <a:defRPr sz="1700" b="0">
                          <a:solidFill>
                            <a:srgbClr val="0E2841"/>
                          </a:solidFill>
                          <a:latin typeface="Aptos"/>
                        </a:defRPr>
                      </a:pPr>
                      <a:r>
                        <a:t>Type, value and unit</a:t>
                      </a:r>
                    </a:p>
                  </a:txBody>
                  <a:tcPr marL="137160" marR="109728" marT="100584" marB="54864">
                    <a:solidFill>
                      <a:srgbClr val="FFFFFF"/>
                    </a:solidFill>
                  </a:tcPr>
                </a:tc>
                <a:extLst>
                  <a:ext uri="{0D108BD9-81ED-4DB2-BD59-A6C34878D82A}">
                    <a16:rowId xmlns:a16="http://schemas.microsoft.com/office/drawing/2014/main" val="10002"/>
                  </a:ext>
                </a:extLst>
              </a:tr>
              <a:tr h="545592">
                <a:tc>
                  <a:txBody>
                    <a:bodyPr/>
                    <a:lstStyle/>
                    <a:p>
                      <a:pPr>
                        <a:defRPr sz="1700" b="0">
                          <a:solidFill>
                            <a:srgbClr val="0E2841"/>
                          </a:solidFill>
                          <a:latin typeface="Aptos"/>
                        </a:defRPr>
                      </a:pPr>
                      <a:r>
                        <a:t>Time</a:t>
                      </a:r>
                    </a:p>
                  </a:txBody>
                  <a:tcPr marL="137160" marR="109728" marT="100584" marB="54864">
                    <a:solidFill>
                      <a:srgbClr val="F0F4F6"/>
                    </a:solidFill>
                  </a:tcPr>
                </a:tc>
                <a:tc>
                  <a:txBody>
                    <a:bodyPr/>
                    <a:lstStyle/>
                    <a:p>
                      <a:pPr>
                        <a:defRPr sz="1700" b="0">
                          <a:solidFill>
                            <a:srgbClr val="0E2841"/>
                          </a:solidFill>
                          <a:latin typeface="Aptos"/>
                        </a:defRPr>
                      </a:pPr>
                      <a:r>
                        <a:t>Timestamp</a:t>
                      </a:r>
                    </a:p>
                  </a:txBody>
                  <a:tcPr marL="137160" marR="109728" marT="100584" marB="54864">
                    <a:solidFill>
                      <a:srgbClr val="F0F4F6"/>
                    </a:solidFill>
                  </a:tcPr>
                </a:tc>
                <a:extLst>
                  <a:ext uri="{0D108BD9-81ED-4DB2-BD59-A6C34878D82A}">
                    <a16:rowId xmlns:a16="http://schemas.microsoft.com/office/drawing/2014/main" val="10003"/>
                  </a:ext>
                </a:extLst>
              </a:tr>
              <a:tr h="545592">
                <a:tc>
                  <a:txBody>
                    <a:bodyPr/>
                    <a:lstStyle/>
                    <a:p>
                      <a:pPr>
                        <a:defRPr sz="1700" b="0">
                          <a:solidFill>
                            <a:srgbClr val="0E2841"/>
                          </a:solidFill>
                          <a:latin typeface="Aptos"/>
                        </a:defRPr>
                      </a:pPr>
                      <a:r>
                        <a:t>Device health</a:t>
                      </a:r>
                    </a:p>
                  </a:txBody>
                  <a:tcPr marL="137160" marR="109728" marT="100584" marB="54864">
                    <a:solidFill>
                      <a:srgbClr val="FFFFFF"/>
                    </a:solidFill>
                  </a:tcPr>
                </a:tc>
                <a:tc>
                  <a:txBody>
                    <a:bodyPr/>
                    <a:lstStyle/>
                    <a:p>
                      <a:pPr>
                        <a:defRPr sz="1700" b="0">
                          <a:solidFill>
                            <a:srgbClr val="0E2841"/>
                          </a:solidFill>
                          <a:latin typeface="Aptos"/>
                        </a:defRPr>
                      </a:pPr>
                      <a:r>
                        <a:t>Device status</a:t>
                      </a:r>
                    </a:p>
                  </a:txBody>
                  <a:tcPr marL="137160" marR="109728" marT="100584" marB="54864">
                    <a:solidFill>
                      <a:srgbClr val="FFFFFF"/>
                    </a:solidFill>
                  </a:tcPr>
                </a:tc>
                <a:extLst>
                  <a:ext uri="{0D108BD9-81ED-4DB2-BD59-A6C34878D82A}">
                    <a16:rowId xmlns:a16="http://schemas.microsoft.com/office/drawing/2014/main" val="10004"/>
                  </a:ext>
                </a:extLst>
              </a:tr>
              <a:tr h="545592">
                <a:tc>
                  <a:txBody>
                    <a:bodyPr/>
                    <a:lstStyle/>
                    <a:p>
                      <a:pPr>
                        <a:defRPr sz="1700" b="0">
                          <a:solidFill>
                            <a:srgbClr val="0E2841"/>
                          </a:solidFill>
                          <a:latin typeface="Aptos"/>
                        </a:defRPr>
                      </a:pPr>
                      <a:r>
                        <a:t>Alerts</a:t>
                      </a:r>
                    </a:p>
                  </a:txBody>
                  <a:tcPr marL="137160" marR="109728" marT="100584" marB="54864">
                    <a:solidFill>
                      <a:srgbClr val="F0F4F6"/>
                    </a:solidFill>
                  </a:tcPr>
                </a:tc>
                <a:tc>
                  <a:txBody>
                    <a:bodyPr/>
                    <a:lstStyle/>
                    <a:p>
                      <a:pPr>
                        <a:defRPr sz="1700" b="0">
                          <a:solidFill>
                            <a:srgbClr val="0E2841"/>
                          </a:solidFill>
                          <a:latin typeface="Aptos"/>
                        </a:defRPr>
                      </a:pPr>
                      <a:r>
                        <a:t>Alert status and alert history</a:t>
                      </a:r>
                    </a:p>
                  </a:txBody>
                  <a:tcPr marL="137160" marR="109728" marT="100584" marB="54864">
                    <a:solidFill>
                      <a:srgbClr val="F0F4F6"/>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8229600" y="2340864"/>
            <a:ext cx="3246120" cy="411480"/>
          </a:xfrm>
          <a:prstGeom prst="rect">
            <a:avLst/>
          </a:prstGeom>
          <a:noFill/>
        </p:spPr>
        <p:txBody>
          <a:bodyPr wrap="square" lIns="27432" tIns="0" rIns="27432" bIns="0">
            <a:spAutoFit/>
          </a:bodyPr>
          <a:lstStyle/>
          <a:p>
            <a:pPr>
              <a:spcAft>
                <a:spcPts val="200"/>
              </a:spcAft>
              <a:defRPr sz="2100" b="1">
                <a:solidFill>
                  <a:srgbClr val="156082"/>
                </a:solidFill>
                <a:latin typeface="Aptos"/>
              </a:defRPr>
            </a:pPr>
            <a:r>
              <a:t>Technology options</a:t>
            </a:r>
          </a:p>
        </p:txBody>
      </p:sp>
      <p:sp>
        <p:nvSpPr>
          <p:cNvPr id="9" name="TextBox 8"/>
          <p:cNvSpPr txBox="1"/>
          <p:nvPr/>
        </p:nvSpPr>
        <p:spPr>
          <a:xfrm>
            <a:off x="8229600" y="2953512"/>
            <a:ext cx="3200400" cy="1051560"/>
          </a:xfrm>
          <a:prstGeom prst="rect">
            <a:avLst/>
          </a:prstGeom>
          <a:noFill/>
        </p:spPr>
        <p:txBody>
          <a:bodyPr wrap="square" lIns="27432" tIns="0" rIns="27432" bIns="0">
            <a:spAutoFit/>
          </a:bodyPr>
          <a:lstStyle/>
          <a:p>
            <a:pPr>
              <a:spcAft>
                <a:spcPts val="200"/>
              </a:spcAft>
              <a:defRPr sz="2600" b="1">
                <a:solidFill>
                  <a:srgbClr val="0E2841"/>
                </a:solidFill>
                <a:latin typeface="Aptos"/>
              </a:defRPr>
            </a:pPr>
            <a:r>
              <a:rPr dirty="0"/>
              <a:t>PostgreSQL</a:t>
            </a:r>
          </a:p>
          <a:p>
            <a:pPr>
              <a:spcAft>
                <a:spcPts val="200"/>
              </a:spcAft>
              <a:defRPr sz="2600" b="1">
                <a:solidFill>
                  <a:srgbClr val="0E2841"/>
                </a:solidFill>
                <a:latin typeface="Aptos"/>
              </a:defRPr>
            </a:pPr>
            <a:r>
              <a:rPr dirty="0"/>
              <a:t>or </a:t>
            </a:r>
            <a:r>
              <a:rPr dirty="0" err="1"/>
              <a:t>InfluxDB</a:t>
            </a:r>
            <a:endParaRPr dirty="0"/>
          </a:p>
        </p:txBody>
      </p:sp>
      <p:sp>
        <p:nvSpPr>
          <p:cNvPr id="10" name="TextBox 9"/>
          <p:cNvSpPr txBox="1"/>
          <p:nvPr/>
        </p:nvSpPr>
        <p:spPr>
          <a:xfrm>
            <a:off x="8229600" y="4251960"/>
            <a:ext cx="3108960" cy="914400"/>
          </a:xfrm>
          <a:prstGeom prst="rect">
            <a:avLst/>
          </a:prstGeom>
          <a:noFill/>
        </p:spPr>
        <p:txBody>
          <a:bodyPr wrap="square" lIns="27432" tIns="0" rIns="27432" bIns="0">
            <a:spAutoFit/>
          </a:bodyPr>
          <a:lstStyle/>
          <a:p>
            <a:pPr>
              <a:spcAft>
                <a:spcPts val="200"/>
              </a:spcAft>
              <a:defRPr sz="1900" b="0">
                <a:solidFill>
                  <a:srgbClr val="0E2841"/>
                </a:solidFill>
                <a:latin typeface="Aptos"/>
              </a:defRPr>
            </a:pPr>
            <a:r>
              <a:t>Choose according to project requirements.</a:t>
            </a:r>
          </a:p>
        </p:txBody>
      </p:sp>
      <p:sp>
        <p:nvSpPr>
          <p:cNvPr id="11" name="TextBox 10"/>
          <p:cNvSpPr txBox="1"/>
          <p:nvPr/>
        </p:nvSpPr>
        <p:spPr>
          <a:xfrm>
            <a:off x="704088" y="5806440"/>
            <a:ext cx="10789920" cy="365760"/>
          </a:xfrm>
          <a:prstGeom prst="rect">
            <a:avLst/>
          </a:prstGeom>
          <a:noFill/>
        </p:spPr>
        <p:txBody>
          <a:bodyPr wrap="square" lIns="27432" tIns="0" rIns="27432" bIns="0">
            <a:spAutoFit/>
          </a:bodyPr>
          <a:lstStyle/>
          <a:p>
            <a:pPr>
              <a:spcAft>
                <a:spcPts val="200"/>
              </a:spcAft>
              <a:defRPr sz="1800" b="0">
                <a:solidFill>
                  <a:srgbClr val="0E2841"/>
                </a:solidFill>
                <a:latin typeface="Aptos"/>
              </a:defRPr>
            </a:pPr>
            <a:r>
              <a:t>The backend stores and retrieves these records.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D23560-1D35-C48D-4C58-7799AB6BB55E}"/>
              </a:ext>
            </a:extLst>
          </p:cNvPr>
          <p:cNvPicPr>
            <a:picLocks noChangeAspect="1"/>
          </p:cNvPicPr>
          <p:nvPr/>
        </p:nvPicPr>
        <p:blipFill>
          <a:blip r:embed="rId2"/>
          <a:stretch>
            <a:fillRect/>
          </a:stretch>
        </p:blipFill>
        <p:spPr>
          <a:xfrm>
            <a:off x="388883" y="1119011"/>
            <a:ext cx="11719034" cy="4115481"/>
          </a:xfrm>
          <a:prstGeom prst="rect">
            <a:avLst/>
          </a:prstGeom>
        </p:spPr>
      </p:pic>
    </p:spTree>
    <p:extLst>
      <p:ext uri="{BB962C8B-B14F-4D97-AF65-F5344CB8AC3E}">
        <p14:creationId xmlns:p14="http://schemas.microsoft.com/office/powerpoint/2010/main" val="2859098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EC1F40-D315-E958-CEB9-35F52F31FDDE}"/>
              </a:ext>
            </a:extLst>
          </p:cNvPr>
          <p:cNvPicPr>
            <a:picLocks noChangeAspect="1"/>
          </p:cNvPicPr>
          <p:nvPr/>
        </p:nvPicPr>
        <p:blipFill>
          <a:blip r:embed="rId2"/>
          <a:stretch>
            <a:fillRect/>
          </a:stretch>
        </p:blipFill>
        <p:spPr>
          <a:xfrm>
            <a:off x="0" y="787400"/>
            <a:ext cx="12192000" cy="5283200"/>
          </a:xfrm>
          <a:prstGeom prst="rect">
            <a:avLst/>
          </a:prstGeom>
        </p:spPr>
      </p:pic>
    </p:spTree>
    <p:extLst>
      <p:ext uri="{BB962C8B-B14F-4D97-AF65-F5344CB8AC3E}">
        <p14:creationId xmlns:p14="http://schemas.microsoft.com/office/powerpoint/2010/main" val="2492930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0FDEBD-0530-A7AF-1BCC-E8BCD6E0A395}"/>
              </a:ext>
            </a:extLst>
          </p:cNvPr>
          <p:cNvPicPr>
            <a:picLocks noChangeAspect="1"/>
          </p:cNvPicPr>
          <p:nvPr/>
        </p:nvPicPr>
        <p:blipFill>
          <a:blip r:embed="rId2"/>
          <a:stretch>
            <a:fillRect/>
          </a:stretch>
        </p:blipFill>
        <p:spPr>
          <a:xfrm>
            <a:off x="504044" y="523469"/>
            <a:ext cx="11183911" cy="5811061"/>
          </a:xfrm>
          <a:prstGeom prst="rect">
            <a:avLst/>
          </a:prstGeom>
        </p:spPr>
      </p:pic>
    </p:spTree>
    <p:extLst>
      <p:ext uri="{BB962C8B-B14F-4D97-AF65-F5344CB8AC3E}">
        <p14:creationId xmlns:p14="http://schemas.microsoft.com/office/powerpoint/2010/main" val="758111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A600AD-C972-DB12-9999-77BCA22692D5}"/>
              </a:ext>
            </a:extLst>
          </p:cNvPr>
          <p:cNvPicPr>
            <a:picLocks noChangeAspect="1"/>
          </p:cNvPicPr>
          <p:nvPr/>
        </p:nvPicPr>
        <p:blipFill>
          <a:blip r:embed="rId2"/>
          <a:stretch>
            <a:fillRect/>
          </a:stretch>
        </p:blipFill>
        <p:spPr>
          <a:xfrm>
            <a:off x="0" y="759769"/>
            <a:ext cx="12192000" cy="5338462"/>
          </a:xfrm>
          <a:prstGeom prst="rect">
            <a:avLst/>
          </a:prstGeom>
        </p:spPr>
      </p:pic>
    </p:spTree>
    <p:extLst>
      <p:ext uri="{BB962C8B-B14F-4D97-AF65-F5344CB8AC3E}">
        <p14:creationId xmlns:p14="http://schemas.microsoft.com/office/powerpoint/2010/main" val="37501333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650EEA-075D-075E-ADFF-9680B7C6502F}"/>
              </a:ext>
            </a:extLst>
          </p:cNvPr>
          <p:cNvPicPr>
            <a:picLocks noChangeAspect="1"/>
          </p:cNvPicPr>
          <p:nvPr/>
        </p:nvPicPr>
        <p:blipFill>
          <a:blip r:embed="rId2"/>
          <a:stretch>
            <a:fillRect/>
          </a:stretch>
        </p:blipFill>
        <p:spPr>
          <a:xfrm>
            <a:off x="665992" y="504417"/>
            <a:ext cx="10860016" cy="5849166"/>
          </a:xfrm>
          <a:prstGeom prst="rect">
            <a:avLst/>
          </a:prstGeom>
        </p:spPr>
      </p:pic>
    </p:spTree>
    <p:extLst>
      <p:ext uri="{BB962C8B-B14F-4D97-AF65-F5344CB8AC3E}">
        <p14:creationId xmlns:p14="http://schemas.microsoft.com/office/powerpoint/2010/main" val="1233355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9328B81-5570-CDE2-71F2-044E465CADBE}"/>
              </a:ext>
            </a:extLst>
          </p:cNvPr>
          <p:cNvPicPr>
            <a:picLocks noChangeAspect="1"/>
          </p:cNvPicPr>
          <p:nvPr/>
        </p:nvPicPr>
        <p:blipFill>
          <a:blip r:embed="rId2"/>
          <a:stretch>
            <a:fillRect/>
          </a:stretch>
        </p:blipFill>
        <p:spPr>
          <a:xfrm>
            <a:off x="0" y="1889512"/>
            <a:ext cx="12192000" cy="3078976"/>
          </a:xfrm>
          <a:prstGeom prst="rect">
            <a:avLst/>
          </a:prstGeom>
        </p:spPr>
      </p:pic>
    </p:spTree>
    <p:extLst>
      <p:ext uri="{BB962C8B-B14F-4D97-AF65-F5344CB8AC3E}">
        <p14:creationId xmlns:p14="http://schemas.microsoft.com/office/powerpoint/2010/main" val="293452034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TotalTime>
  <Words>1125</Words>
  <Application>Microsoft Office PowerPoint</Application>
  <PresentationFormat>Widescreen</PresentationFormat>
  <Paragraphs>144</Paragraphs>
  <Slides>11</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Murugaiyan, Jayaprakash</dc:creator>
  <cp:lastModifiedBy>Murugaiyan, Jayaprakash</cp:lastModifiedBy>
  <cp:revision>1</cp:revision>
  <dcterms:created xsi:type="dcterms:W3CDTF">2026-10-15T16:20:42Z</dcterms:created>
  <dcterms:modified xsi:type="dcterms:W3CDTF">2026-10-15T18:26:12Z</dcterms:modified>
</cp:coreProperties>
</file>